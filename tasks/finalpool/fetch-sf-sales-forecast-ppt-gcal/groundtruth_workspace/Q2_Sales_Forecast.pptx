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2026 Sales Forecast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March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 Performance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Asia Pacific: $150,187.23</a:t>
            </a:r>
          </a:p>
          <a:p>
            <a:r>
              <a:t>Europe: $175,807.23</a:t>
            </a:r>
          </a:p>
          <a:p>
            <a:r>
              <a:t>Latin America: $130,169.75</a:t>
            </a:r>
          </a:p>
          <a:p>
            <a:r>
              <a:t>Middle East: $132,970.83</a:t>
            </a:r>
          </a:p>
          <a:p>
            <a:r>
              <a:t>North America: $156,148.51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Growth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Asia Pacific: 8.5%</a:t>
            </a:r>
          </a:p>
          <a:p>
            <a:r>
              <a:t>Europe: 4.2%</a:t>
            </a:r>
          </a:p>
          <a:p>
            <a:r>
              <a:t>Latin America: 6.8%</a:t>
            </a:r>
          </a:p>
          <a:p>
            <a:r>
              <a:t>Middle East: 7.3%</a:t>
            </a:r>
          </a:p>
          <a:p>
            <a:r>
              <a:t>North America: 3.5%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2026 Forecast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Asia Pacific: $162,953.14</a:t>
            </a:r>
          </a:p>
          <a:p>
            <a:r>
              <a:t>Europe: $183,191.13</a:t>
            </a:r>
          </a:p>
          <a:p>
            <a:r>
              <a:t>Latin America: $139,021.29</a:t>
            </a:r>
          </a:p>
          <a:p>
            <a:r>
              <a:t>Middle East: $142,677.70</a:t>
            </a:r>
          </a:p>
          <a:p>
            <a:r>
              <a:t>North America: $161,613.71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Q2 Forecast Revenue: $789,456.97</a:t>
            </a:r>
          </a:p>
          <a:p>
            <a:r>
              <a:t>Highest Growth Region: Asia Pacific (8.5%)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