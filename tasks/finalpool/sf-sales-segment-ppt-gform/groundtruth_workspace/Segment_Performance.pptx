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Segment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Analysis -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Performance Overview</a:t>
            </a:r>
          </a:p>
          <a:p>
            <a:r>
              <a:t>Consumer: 5,423 orders | $839,609.20 revenue</a:t>
            </a:r>
          </a:p>
          <a:p>
            <a:r>
              <a:t>Enterprise: 5,058 orders | $793,741.69 revenue</a:t>
            </a:r>
          </a:p>
          <a:p>
            <a:r>
              <a:t>Government: 4,679 orders | $712,686.66 revenue</a:t>
            </a:r>
          </a:p>
          <a:p>
            <a:r>
              <a:t>SMB: 4,840 orders | $702,960.78 revenue</a:t>
            </a:r>
          </a:p>
          <a:p>
            <a:r>
              <a:t>Total: 20,000 orders | $3,048,998.33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 segment leads with $839,609.20 in revenue</a:t>
            </a:r>
          </a:p>
          <a:p>
            <a:r>
              <a:t>Enterprise segment follows closely with $793,741.69</a:t>
            </a:r>
          </a:p>
          <a:p>
            <a:r>
              <a:t>Consumer segment has highest order volume at 5,423 orders</a:t>
            </a:r>
          </a:p>
          <a:p>
            <a:r>
              <a:t>SMB and Government segments show growth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Double down on Consumer segment - highest revenue and volume</a:t>
            </a:r>
          </a:p>
          <a:p>
            <a:r>
              <a:t>2. Grow Enterprise accounts - strong revenue per order ratio</a:t>
            </a:r>
          </a:p>
          <a:p>
            <a:r>
              <a:t>3. Invest in Government vertical - stable pipeline with growth potential</a:t>
            </a:r>
          </a:p>
          <a:p>
            <a:r>
              <a:t>4. SMB digital-first approach to scale efficiently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