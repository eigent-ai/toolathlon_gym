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 Satisfaction Survey Results - Q1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People Operations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 Team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Satisfaction: 3.0</a:t>
            </a:r>
          </a:p>
          <a:p>
            <a:r>
              <a:t>Average Workload: 4.0</a:t>
            </a:r>
          </a:p>
          <a:p>
            <a:r>
              <a:t>Average Collaboration: 4.0</a:t>
            </a:r>
          </a:p>
          <a:p>
            <a:r>
              <a:t>Average Management Support: 3.5</a:t>
            </a:r>
          </a:p>
          <a:p>
            <a:r>
              <a:t>Overall Score: 3.62</a:t>
            </a:r>
          </a:p>
          <a:p>
            <a:r>
              <a:t>Responses: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Beta Team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Satisfaction: 3.5</a:t>
            </a:r>
          </a:p>
          <a:p>
            <a:r>
              <a:t>Average Workload: 3.5</a:t>
            </a:r>
          </a:p>
          <a:p>
            <a:r>
              <a:t>Average Collaboration: 3.5</a:t>
            </a:r>
          </a:p>
          <a:p>
            <a:r>
              <a:t>Average Management Support: 3.5</a:t>
            </a:r>
          </a:p>
          <a:p>
            <a:r>
              <a:t>Overall Score: 3.5</a:t>
            </a:r>
          </a:p>
          <a:p>
            <a:r>
              <a:t>Responses: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 Team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Satisfaction: 3.0</a:t>
            </a:r>
          </a:p>
          <a:p>
            <a:r>
              <a:t>Average Workload: 3.5</a:t>
            </a:r>
          </a:p>
          <a:p>
            <a:r>
              <a:t>Average Collaboration: 3.0</a:t>
            </a:r>
          </a:p>
          <a:p>
            <a:r>
              <a:t>Average Management Support: 2.5</a:t>
            </a:r>
          </a:p>
          <a:p>
            <a:r>
              <a:t>Overall Score: 3.0</a:t>
            </a:r>
          </a:p>
          <a:p>
            <a:r>
              <a:t>Responses: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Epsilon Team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Satisfaction: 4.0</a:t>
            </a:r>
          </a:p>
          <a:p>
            <a:r>
              <a:t>Average Workload: 3.5</a:t>
            </a:r>
          </a:p>
          <a:p>
            <a:r>
              <a:t>Average Collaboration: 4.0</a:t>
            </a:r>
          </a:p>
          <a:p>
            <a:r>
              <a:t>Average Management Support: 4.0</a:t>
            </a:r>
          </a:p>
          <a:p>
            <a:r>
              <a:t>Overall Score: 3.88</a:t>
            </a:r>
          </a:p>
          <a:p>
            <a:r>
              <a:t>Responses: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Gamma Team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Satisfaction: 4.0</a:t>
            </a:r>
          </a:p>
          <a:p>
            <a:r>
              <a:t>Average Workload: 3.0</a:t>
            </a:r>
          </a:p>
          <a:p>
            <a:r>
              <a:t>Average Collaboration: 3.5</a:t>
            </a:r>
          </a:p>
          <a:p>
            <a:r>
              <a:t>Average Management Support: 4.0</a:t>
            </a:r>
          </a:p>
          <a:p>
            <a:r>
              <a:t>Overall Score: 3.62</a:t>
            </a:r>
          </a:p>
          <a:p>
            <a:r>
              <a:t>Responses: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Company-Wide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Satisfaction: 3.5</a:t>
            </a:r>
          </a:p>
          <a:p>
            <a:r>
              <a:t>Workload: 3.5</a:t>
            </a:r>
          </a:p>
          <a:p>
            <a:r>
              <a:t>Collaboration: 3.6</a:t>
            </a:r>
          </a:p>
          <a:p>
            <a:r>
              <a:t>Management_Support: 3.5</a:t>
            </a:r>
          </a:p>
          <a:p>
            <a:r>
              <a:t>Overall_Score: 3.52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Delta team has the lowest overall satisfaction score (3.0) and requires immediate attention.</a:t>
            </a:r>
          </a:p>
          <a:p/>
          <a:p>
            <a:r>
              <a:t>Key areas of concern include workload management and management support.</a:t>
            </a:r>
          </a:p>
          <a:p/>
          <a:p>
            <a:r>
              <a:t>Recommended actions:</a:t>
            </a:r>
          </a:p>
          <a:p>
            <a:r>
              <a:t>- Conduct follow-up interviews with Delta team members</a:t>
            </a:r>
          </a:p>
          <a:p>
            <a:r>
              <a:t>- Review resource allocation and staffing levels</a:t>
            </a:r>
          </a:p>
          <a:p>
            <a:r>
              <a:t>- Increase management check-ins and support frequency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