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Competitive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Intelligence Report - 2026-03-01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Market Size: $5,000,000</a:t>
            </a:r>
          </a:p>
          <a:p>
            <a:r>
              <a:t>Year-over-Year Growth: 12.5%</a:t>
            </a:r>
          </a:p>
          <a:p>
            <a:r>
              <a:t>Our Total Revenue: $69,833.21</a:t>
            </a:r>
          </a:p>
          <a:p>
            <a:r>
              <a:t>Overall Market Share: 1.4%</a:t>
            </a:r>
          </a:p>
          <a:p>
            <a:r>
              <a:t>Categories Analyzed: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Price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Position by Category:</a:t>
            </a:r>
          </a:p>
          <a:p>
            <a:r>
              <a:t>  Audio: Own $78.05 vs Market $45.00 - Premium</a:t>
            </a:r>
          </a:p>
          <a:p>
            <a:r>
              <a:t>  Cameras: Own $23.91 vs Market $350.00 - Price Leader</a:t>
            </a:r>
          </a:p>
          <a:p>
            <a:r>
              <a:t>  Electronics: Own $61.13 vs Market $85.00 - Price Leader</a:t>
            </a:r>
          </a:p>
          <a:p>
            <a:r>
              <a:t>  Headphones: Own $49.49 vs Market $75.00 - Price Leader</a:t>
            </a:r>
          </a:p>
          <a:p>
            <a:r>
              <a:t>  Home Appliances: Own $35.77 vs Market $120.00 - Price Leader</a:t>
            </a:r>
          </a:p>
          <a:p>
            <a:r>
              <a:t>  Speakers: Own $135.16 vs Market $90.00 - Premium</a:t>
            </a:r>
          </a:p>
          <a:p>
            <a:r>
              <a:t>  TV &amp; Home Theater: Own $304.90 vs Market $450.00 - Price Leader</a:t>
            </a:r>
          </a:p>
          <a:p>
            <a:r>
              <a:t>  Watches: Own $60.69 vs Market $55.00 - Premium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Priority (2): Electronics, Headphones</a:t>
            </a:r>
          </a:p>
          <a:p>
            <a:r>
              <a:t>Medium Priority (5): Cameras, Home Appliances, Speakers, TV &amp; Home Theater, Watches</a:t>
            </a:r>
          </a:p>
          <a:p>
            <a:r>
              <a:t>Low Priority (1): Audio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4 Growth Opportunities (Growth &gt; 10% &amp; Share &lt; 5%):</a:t>
            </a:r>
          </a:p>
          <a:p>
            <a:r>
              <a:t>  Electronics: 15.0% growth, 1.46% share - High priority</a:t>
            </a:r>
          </a:p>
          <a:p>
            <a:r>
              <a:t>  Headphones: 20.0% growth, 1.24% share - High priority</a:t>
            </a:r>
          </a:p>
          <a:p>
            <a:r>
              <a:t>  Speakers: 12.0% growth, 1.55% share - Medium priority</a:t>
            </a:r>
          </a:p>
          <a:p>
            <a:r>
              <a:t>  Watches: 18.0% growth, 0.83% share - Medium priority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Prioritize Electronics and Headphones for aggressive expansion - both have strong growth and price leadership</a:t>
            </a:r>
          </a:p>
          <a:p>
            <a:r>
              <a:t>2. Review pricing strategy for Audio, Speakers, and Watches where we are positioned as Premium</a:t>
            </a:r>
          </a:p>
          <a:p>
            <a:r>
              <a:t>3. Invest in Speakers and Watches categories to capture growing market segments</a:t>
            </a:r>
          </a:p>
          <a:p>
            <a:r>
              <a:t>4. Maintain steady operations in TV &amp; Home Theater and Home Appliances leveraging existing price advantages</a:t>
            </a:r>
          </a:p>
          <a:p>
            <a:r>
              <a:t>5. Monitor Cameras category for market recovery before increasing investment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