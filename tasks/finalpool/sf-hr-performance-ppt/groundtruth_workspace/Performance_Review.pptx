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Employee Performance Review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Department-Level Analysis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Engineering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Total Employees: 7096</a:t>
            </a:r>
          </a:p>
          <a:p>
            <a:r>
              <a:t>Average Rating: 3.21</a:t>
            </a:r>
          </a:p>
          <a:p>
            <a:r>
              <a:t>Top Performers: 2535</a:t>
            </a:r>
          </a:p>
          <a:p>
            <a:r>
              <a:t>Average Salary: 58991.61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Total Employees: 7148</a:t>
            </a:r>
          </a:p>
          <a:p>
            <a:r>
              <a:t>Average Rating: 3.21</a:t>
            </a:r>
          </a:p>
          <a:p>
            <a:r>
              <a:t>Top Performers: 2510</a:t>
            </a:r>
          </a:p>
          <a:p>
            <a:r>
              <a:t>Average Salary: 57878.19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Total Employees: 7077</a:t>
            </a:r>
          </a:p>
          <a:p>
            <a:r>
              <a:t>Average Rating: 3.2</a:t>
            </a:r>
          </a:p>
          <a:p>
            <a:r>
              <a:t>Top Performers: 2485</a:t>
            </a:r>
          </a:p>
          <a:p>
            <a:r>
              <a:t>Average Salary: 58920.45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Operations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Total Employees: 7120</a:t>
            </a:r>
          </a:p>
          <a:p>
            <a:r>
              <a:t>Average Rating: 3.18</a:t>
            </a:r>
          </a:p>
          <a:p>
            <a:r>
              <a:t>Top Performers: 2426</a:t>
            </a:r>
          </a:p>
          <a:p>
            <a:r>
              <a:t>Average Salary: 57808.74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R&amp;D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Total Employees: 7083</a:t>
            </a:r>
          </a:p>
          <a:p>
            <a:r>
              <a:t>Average Rating: 3.2</a:t>
            </a:r>
          </a:p>
          <a:p>
            <a:r>
              <a:t>Top Performers: 2478</a:t>
            </a:r>
          </a:p>
          <a:p>
            <a:r>
              <a:t>Average Salary: 57905.93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Total Employees: 7232</a:t>
            </a:r>
          </a:p>
          <a:p>
            <a:r>
              <a:t>Average Rating: 3.19</a:t>
            </a:r>
          </a:p>
          <a:p>
            <a:r>
              <a:t>Top Performers: 2523</a:t>
            </a:r>
          </a:p>
          <a:p>
            <a:r>
              <a:t>Average Salary: 58864.79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Support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Total Employees: 7244</a:t>
            </a:r>
          </a:p>
          <a:p>
            <a:r>
              <a:t>Average Rating: 3.2</a:t>
            </a:r>
          </a:p>
          <a:p>
            <a:r>
              <a:t>Top Performers: 2515</a:t>
            </a:r>
          </a:p>
          <a:p>
            <a:r>
              <a:t>Average Salary: 58400.48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Overall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Total Employees: 50000</a:t>
            </a:r>
          </a:p>
          <a:p>
            <a:r>
              <a:t>Overall Average Rating: 3.2</a:t>
            </a:r>
          </a:p>
          <a:p>
            <a:r>
              <a:t>Total Top Performers: 17472</a:t>
            </a:r>
          </a:p>
          <a:p>
            <a:r>
              <a:t>Overall Average Salary: 58396.14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