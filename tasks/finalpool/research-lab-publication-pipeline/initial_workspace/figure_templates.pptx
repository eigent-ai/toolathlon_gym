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Figure 1: Primary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[Placeholder for bar chart showing primary outcome comparison between treatment and control groups. X-axis: Groups, Y-axis: Outcome measure (0-1.0 scale). Error bars show 95% confidence intervals.]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Figure 2: Group Comparisons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[Placeholder for line graph showing mean values across three groups. X-axis: Time points, Y-axis: Mean measurement. Three lines represent Baseline, Treatment, and Control conditions with shaded confidence intervals.]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Figure 3: Experimental Success 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[Placeholder for stacked bar chart showing success rates across three experiments. X-axis: Experiment number, Y-axis: Success percentage (0-100%). Each bar divided into success/failure segments with legend.]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