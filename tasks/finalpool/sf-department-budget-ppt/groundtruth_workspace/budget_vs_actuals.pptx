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Budget vs Actuals Report - FY2026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Budget Analysis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Budget: $4,564,347,744</a:t>
            </a:r>
          </a:p>
          <a:p>
            <a:r>
              <a:t>Total Actuals: $2,919,806,955</a:t>
            </a:r>
          </a:p>
          <a:p>
            <a:r>
              <a:t>Variance: $1,644,540,789</a:t>
            </a:r>
          </a:p>
          <a:p>
            <a:r>
              <a:t>7 Departments Analyzed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$633,555,641</a:t>
            </a:r>
          </a:p>
          <a:p>
            <a:r>
              <a:t>Actual Expenditure: $418,604,451</a:t>
            </a:r>
          </a:p>
          <a:p>
            <a:r>
              <a:t>Variance: $214,951,190 (33.9%)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$616,980,984</a:t>
            </a:r>
          </a:p>
          <a:p>
            <a:r>
              <a:t>Actual Expenditure: $413,713,333</a:t>
            </a:r>
          </a:p>
          <a:p>
            <a:r>
              <a:t>Variance: $203,267,651 (32.9%)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$697,911,375</a:t>
            </a:r>
          </a:p>
          <a:p>
            <a:r>
              <a:t>Actual Expenditure: $416,980,025</a:t>
            </a:r>
          </a:p>
          <a:p>
            <a:r>
              <a:t>Variance: $280,931,350 (40.3%)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$572,668,190</a:t>
            </a:r>
          </a:p>
          <a:p>
            <a:r>
              <a:t>Actual Expenditure: $411,598,247</a:t>
            </a:r>
          </a:p>
          <a:p>
            <a:r>
              <a:t>Variance: $161,069,943 (28.1%)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$715,914,847</a:t>
            </a:r>
          </a:p>
          <a:p>
            <a:r>
              <a:t>Actual Expenditure: $410,147,671</a:t>
            </a:r>
          </a:p>
          <a:p>
            <a:r>
              <a:t>Variance: $305,767,176 (42.7%)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$642,575,221</a:t>
            </a:r>
          </a:p>
          <a:p>
            <a:r>
              <a:t>Actual Expenditure: $425,710,161</a:t>
            </a:r>
          </a:p>
          <a:p>
            <a:r>
              <a:t>Variance: $216,865,060 (33.7%)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Budget: $684,741,486</a:t>
            </a:r>
          </a:p>
          <a:p>
            <a:r>
              <a:t>Actual Expenditure: $423,053,067</a:t>
            </a:r>
          </a:p>
          <a:p>
            <a:r>
              <a:t>Variance: $261,688,419 (38.2%)</a:t>
            </a:r>
          </a:p>
          <a:p>
            <a:r>
              <a:t>Status: Under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Under Budget: R&amp;D ($305,767,176)</a:t>
            </a:r>
          </a:p>
          <a:p>
            <a:r>
              <a:t>Most Over Budget: Operations ($161,069,943)</a:t>
            </a:r>
          </a:p>
          <a:p>
            <a:r>
              <a:t>Overall: All departments under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