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Category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WooCommerce Product Category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Audio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Cameras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Electronics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Headphones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Headphones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Appliances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Home Appliances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Speakers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 &amp; Home Theater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TV &amp; Home Theater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Watches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 for Watches product category including revenue, product count, ratings, and sales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leads in product count (30). Audio has strong performance with 15 products. All categories show positive sales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