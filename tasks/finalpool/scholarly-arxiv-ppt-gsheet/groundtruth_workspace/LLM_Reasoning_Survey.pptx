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Survey of LLM Reasoning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Review of Chain-of-Thought, Self-Consistency, and Tree of Thoughts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Prompting Elicits Reasoning in 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Jason Wei, Xuezhi Wang</a:t>
            </a:r>
          </a:p>
          <a:p/>
          <a:p>
            <a:r>
              <a:t>Method: Chain-of-Thought Prompting</a:t>
            </a:r>
          </a:p>
          <a:p/>
          <a:p>
            <a:r>
              <a:t>Demonstrates that providing chain-of-thought examples significantly improves LLM performance on arithmetic, commonsense, and symbolic reasoning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Self-Consistency Improves Chain of Thought Reasoning in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Xuezhi Wang, Jason Wei</a:t>
            </a:r>
          </a:p>
          <a:p/>
          <a:p>
            <a:r>
              <a:t>Method: Self-Consistency Decoding</a:t>
            </a:r>
          </a:p>
          <a:p/>
          <a:p>
            <a:r>
              <a:t>Introduces self-consistency decoding that samples diverse reasoning paths and selects the most consistent answer, improving accuracy over greedy decoding.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of Thoughts: Deliberate Problem Solving with 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Shunyu Yao, Dian Yu</a:t>
            </a:r>
          </a:p>
          <a:p/>
          <a:p>
            <a:r>
              <a:t>Method: Tree of Thoughts</a:t>
            </a:r>
          </a:p>
          <a:p/>
          <a:p>
            <a:r>
              <a:t>Introduces Tree of Thoughts framework enabling exploration over multiple coherent reasoning paths, allowing language models to perform deliberate problem solving.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Comparison of LLM Reasoning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Chain-of-Thought Prompting: Uses worked examples to guide step-by-step reasoning.</a:t>
            </a:r>
          </a:p>
          <a:p>
            <a:r>
              <a:t>Self-Consistency: Samples multiple reasoning paths and picks the most consistent answer.</a:t>
            </a:r>
          </a:p>
          <a:p>
            <a:r>
              <a:t>Tree of Thoughts: Explores a tree of reasoning paths using search algorithms for deliberate problem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