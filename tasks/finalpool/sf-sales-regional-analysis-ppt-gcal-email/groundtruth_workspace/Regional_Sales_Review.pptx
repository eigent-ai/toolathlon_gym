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Regional Sales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FY2024 Annual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FY2024 Regional Revenue Summary:</a:t>
            </a:r>
          </a:p>
          <a:p>
            <a:r>
              <a:t>Europe: $648,798.47 (4,100 orders) - TARGET: $700,000</a:t>
            </a:r>
          </a:p>
          <a:p>
            <a:r>
              <a:t>Asia Pacific: $642,644.81 (4,198 orders) - TARGET: $650,000</a:t>
            </a:r>
          </a:p>
          <a:p>
            <a:r>
              <a:t>North America: $606,318.35 (4,133 orders) - TARGET: $625,000</a:t>
            </a:r>
          </a:p>
          <a:p>
            <a:r>
              <a:t>Middle East: $602,107.55 (3,872 orders) - TARGET: $600,000</a:t>
            </a:r>
          </a:p>
          <a:p>
            <a:r>
              <a:t>Latin America: $549,129.15 (3,697 orders) - TARGET: $550,000</a:t>
            </a:r>
          </a:p>
          <a:p>
            <a:r>
              <a:t>Total Revenue: $3,048,998.33 across 20,000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Region Deep Dive: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Europe leads all regions with $648,798.47 in revenue.</a:t>
            </a:r>
          </a:p>
          <a:p>
            <a:r>
              <a:t>Order count: 4,100 orders</a:t>
            </a:r>
          </a:p>
          <a:p>
            <a:r>
              <a:t>Average order value: $158.24</a:t>
            </a:r>
          </a:p>
          <a:p>
            <a:r>
              <a:t>Performance vs Target: 92.7% of $700,000 target</a:t>
            </a:r>
          </a:p>
          <a:p>
            <a:r>
              <a:t>Key strengths: Mature market, strong enterprise accounts</a:t>
            </a:r>
          </a:p>
          <a:p>
            <a:r>
              <a:t>Notable: Highest revenue despite not meeting target</a:t>
            </a:r>
          </a:p>
          <a:p>
            <a:r>
              <a:t>Recommendation: Focus on Q4 enterprise deals to close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Region Analysis: Latin America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Latin America is the lowest revenue region at $549,129.15.</a:t>
            </a:r>
          </a:p>
          <a:p>
            <a:r>
              <a:t>Order count: 3,697 orders (lowest)</a:t>
            </a:r>
          </a:p>
          <a:p>
            <a:r>
              <a:t>Average order value: $148.53</a:t>
            </a:r>
          </a:p>
          <a:p>
            <a:r>
              <a:t>Performance vs Target: 99.8% of $550,000 target</a:t>
            </a:r>
          </a:p>
          <a:p>
            <a:r>
              <a:t>Latin America nearly achieved its target - strongest vs-target ratio</a:t>
            </a:r>
          </a:p>
          <a:p>
            <a:r>
              <a:t>Challenge: Lower absolute revenue requires growth strategy</a:t>
            </a:r>
          </a:p>
          <a:p>
            <a:r>
              <a:t>Opportunity: Increase marketing investment for volume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FY2024 regional performance analysis:</a:t>
            </a:r>
          </a:p>
          <a:p>
            <a:r>
              <a:t>1. Europe: Launch targeted Q4 enterprise campaigns to close</a:t>
            </a:r>
          </a:p>
          <a:p>
            <a:r>
              <a:t>   the $51,000 gap vs the $700,000 annual target.</a:t>
            </a:r>
          </a:p>
          <a:p>
            <a:r>
              <a:t>2. Latin America: Increase digital marketing budget by 15%</a:t>
            </a:r>
          </a:p>
          <a:p>
            <a:r>
              <a:t>   to drive order volume growth in the emerging market.</a:t>
            </a:r>
          </a:p>
          <a:p>
            <a:r>
              <a:t>3. Asia Pacific: Leverage strong order volume (4,198 orders)</a:t>
            </a:r>
          </a:p>
          <a:p>
            <a:r>
              <a:t>   with upsell campaigns to increase average order value.</a:t>
            </a:r>
          </a:p>
          <a:p>
            <a:r>
              <a:t>4. Middle East: exceeded target - replicate successful</a:t>
            </a:r>
          </a:p>
          <a:p>
            <a:r>
              <a:t>   government/enterprise account strategy in other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