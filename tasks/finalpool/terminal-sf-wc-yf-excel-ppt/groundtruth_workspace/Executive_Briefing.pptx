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Cross-Platform Business Intelligence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Health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Composite Score: 88.6</a:t>
            </a:r>
          </a:p>
          <a:p/>
          <a:p>
            <a:r>
              <a:t>Enterprise Revenue Score: 95.3</a:t>
            </a:r>
          </a:p>
          <a:p>
            <a:r>
              <a:t>E-Commerce Growth Score: 88.2</a:t>
            </a:r>
          </a:p>
          <a:p>
            <a:r>
              <a:t>Market Position Score: 80.0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Enterprise Revenue: $3,048,998.33</a:t>
            </a:r>
          </a:p>
          <a:p/>
          <a:p>
            <a:r>
              <a:t>Consumer: $839,609.20 (532 customers)</a:t>
            </a:r>
          </a:p>
          <a:p>
            <a:r>
              <a:t>Enterprise: $793,741.69 (513 customers)</a:t>
            </a:r>
          </a:p>
          <a:p>
            <a:r>
              <a:t>Government: $712,686.66 (474 customers)</a:t>
            </a:r>
          </a:p>
          <a:p>
            <a:r>
              <a:t>SMB: $702,960.78 (481 customers)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E-Commerce Revenue: $61,712.04</a:t>
            </a:r>
          </a:p>
          <a:p>
            <a:r>
              <a:t>Average Order Value: $411.41</a:t>
            </a:r>
          </a:p>
          <a:p/>
          <a:p>
            <a:r>
              <a:t>Top Categories:</a:t>
            </a:r>
          </a:p>
          <a:p>
            <a:r>
              <a:t>TV &amp; Home Theater: $20,713.32</a:t>
            </a:r>
          </a:p>
          <a:p>
            <a:r>
              <a:t>Electronics: $17,524.84</a:t>
            </a:r>
          </a:p>
          <a:p>
            <a:r>
              <a:t>Audio: $12,398.00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 Jones Industrial Average: 47,954.74</a:t>
            </a:r>
          </a:p>
          <a:p>
            <a:r>
              <a:t>Amazon (AMZN): $218.94</a:t>
            </a:r>
          </a:p>
          <a:p>
            <a:r>
              <a:t>JPMorgan Chase (JPM): $293.55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Year-over-Year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Revenue: $3,048,998 vs $2,900,000 (prev) +5.1%</a:t>
            </a:r>
          </a:p>
          <a:p>
            <a:r>
              <a:t>E-Commerce Revenue: $61,712 vs $55,000 (prev) +12.2%</a:t>
            </a:r>
          </a:p>
          <a:p>
            <a:r>
              <a:t>Market Index: 47,955 vs 44,500 (prev) +7.8%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Revenue is below target ($3,048,998 vs $3,200,000 target, gap: 4.7%)</a:t>
            </a:r>
          </a:p>
          <a:p>
            <a:r>
              <a:t>E-Commerce Revenue is below target ($61,712 vs $70,000 target, gap: 11.8%)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Accelerate enterprise sales pipeline to close the $151,002 revenue gap</a:t>
            </a:r>
          </a:p>
          <a:p>
            <a:r>
              <a:t>2. Expand e-commerce product catalog and marketing to reach $70,000 target</a:t>
            </a:r>
          </a:p>
          <a:p>
            <a:r>
              <a:t>3. Leverage favorable market conditions (DJI above target) for strategic investments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