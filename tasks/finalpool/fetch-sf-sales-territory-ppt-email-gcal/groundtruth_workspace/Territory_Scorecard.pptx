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Territory Performance Review - Q1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Regional Sales Director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Asia Pacific: Revenue $642,644.81 | Quota $620,000 | Attainment 103.7%</a:t>
            </a:r>
          </a:p>
          <a:p>
            <a:r>
              <a:t>Europe: Revenue $648,798.47 | Quota $650,000 | Attainment 99.8%</a:t>
            </a:r>
          </a:p>
          <a:p>
            <a:r>
              <a:t>Latin America: Revenue $549,129.15 | Quota $580,000 | Attainment 94.7%</a:t>
            </a:r>
          </a:p>
          <a:p>
            <a:r>
              <a:t>Middle East: Revenue $602,107.55 | Quota $600,000 | Attainment 100.4%</a:t>
            </a:r>
          </a:p>
          <a:p>
            <a:r>
              <a:t>North America: Revenue $606,318.35 | Quota $620,000 | Attainment 97.8%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Consumer: $839,609.20 (27.5%) - Top Region: Europe</a:t>
            </a:r>
          </a:p>
          <a:p>
            <a:r>
              <a:t>Enterprise: $793,741.69 (26.0%) - Top Region: Asia Pacific</a:t>
            </a:r>
          </a:p>
          <a:p>
            <a:r>
              <a:t>Government: $712,686.66 (23.4%) - Top Region: Asia Pacific</a:t>
            </a:r>
          </a:p>
          <a:p>
            <a:r>
              <a:t>SMB: $702,960.78 (23.1%) - Top Region: Middle East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Coverage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Asia Pacific: Pipeline $850,000 | Revenue $642,644.81 | Coverage 1.32</a:t>
            </a:r>
          </a:p>
          <a:p>
            <a:r>
              <a:t>Europe: Pipeline $920,000 | Revenue $648,798.47 | Coverage 1.42</a:t>
            </a:r>
          </a:p>
          <a:p>
            <a:r>
              <a:t>Latin America: Pipeline $680,000 | Revenue $549,129.15 | Coverage 1.24</a:t>
            </a:r>
          </a:p>
          <a:p>
            <a:r>
              <a:t>Middle East: Pipeline $750,000 | Revenue $602,107.55 | Coverage 1.25</a:t>
            </a:r>
          </a:p>
          <a:p>
            <a:r>
              <a:t>North America: Pipeline $880,000 | Revenue $606,318.35 | Coverage 1.45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Regions exceeding quota: Asia Pacific (103.7%), Middle East (100.4%)</a:t>
            </a:r>
          </a:p>
          <a:p>
            <a:r>
              <a:t>Regions below quota: Europe (99.8%), North America (97.8%), Latin America (94.7%)</a:t>
            </a:r>
          </a:p>
          <a:p>
            <a:r>
              <a:t>Overall company quota attainment: 99.3%</a:t>
            </a:r>
          </a:p>
          <a:p>
            <a:r>
              <a:t>Focus areas: Increase Latin America and North America territory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