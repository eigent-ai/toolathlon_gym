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/>
            </a:pPr>
            <a:r>
              <a:t>Sales Territory Performance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Q1 2024 Leadership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Territory Performance Snapshot</a:t>
            </a:r>
          </a:p>
          <a:p/>
          <a:p>
            <a:r>
              <a:t>• Total Territory Sales: 2,543,000 (105.3% of combined quota)</a:t>
            </a:r>
          </a:p>
          <a:p/>
          <a:p>
            <a:r>
              <a:t>• Regional Distribution: Uneven across territories</a:t>
            </a:r>
          </a:p>
          <a:p/>
          <a:p>
            <a:r>
              <a:t>• Risk Areas: 2 reps below 95% quota attainment</a:t>
            </a:r>
          </a:p>
          <a:p/>
          <a:p>
            <a:r>
              <a:t>• High Performers: 1 rep exceeding 105% quota</a:t>
            </a:r>
          </a:p>
          <a:p/>
          <a:p>
            <a:r>
              <a:t>• Coaching Requirement: 2 immediate interventions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Individual Territory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Michael Brown (East): 106.8% ✓ Exceeding</a:t>
            </a:r>
          </a:p>
          <a:p>
            <a:r>
              <a:t>Sarah Chen (South): 102.9% ✓ On Track</a:t>
            </a:r>
          </a:p>
          <a:p>
            <a:r>
              <a:t>Jennifer Lee (West): 103.0% ✓ On Track</a:t>
            </a:r>
          </a:p>
          <a:p>
            <a:r>
              <a:t>John Martinez (North): 93.3% ⚠ At Risk</a:t>
            </a:r>
          </a:p>
          <a:p>
            <a:r>
              <a:t>David Anderson (Central): 85.7% ✗ Critical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Immediate Coaching Intervention for at-risk territories</a:t>
            </a:r>
          </a:p>
          <a:p/>
          <a:p>
            <a:r>
              <a:t>2. Peer mentoring program pairing high performers with struggling reps</a:t>
            </a:r>
          </a:p>
          <a:p/>
          <a:p>
            <a:r>
              <a:t>3. Weekly pipeline reviews and sales methodology alignment</a:t>
            </a:r>
          </a:p>
          <a:p/>
          <a:p>
            <a:r>
              <a:t>4. Territory redesign analysis for equitable quota distribution</a:t>
            </a:r>
          </a:p>
          <a:p/>
          <a:p>
            <a:r>
              <a:t>5. Sales performance dashboard for real-time 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