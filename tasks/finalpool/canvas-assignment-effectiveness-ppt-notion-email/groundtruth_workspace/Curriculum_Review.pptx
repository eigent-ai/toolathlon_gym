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Effectiveness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Fall 2014 Curriculum Review</a:t>
            </a:r>
          </a:p>
          <a:p>
            <a:r>
              <a:t>Prepared for the Curriculum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Discrimination Index (DI) measures how well an assignment differentiates strong vs weak students.</a:t>
            </a:r>
          </a:p>
          <a:p/>
          <a:p>
            <a:r>
              <a:t>Formula: DI = (Top 27% avg - Bottom 27% avg) / Points Possible</a:t>
            </a:r>
          </a:p>
          <a:p/>
          <a:p>
            <a:r>
              <a:t>Interpretation:</a:t>
            </a:r>
          </a:p>
          <a:p>
            <a:r>
              <a:t>  DI &gt; 0.3 = Good discrimination</a:t>
            </a:r>
          </a:p>
          <a:p>
            <a:r>
              <a:t>  0.15 - 0.3 = Acceptable</a:t>
            </a:r>
          </a:p>
          <a:p>
            <a:r>
              <a:t>  &lt; 0.15 = Poor (needs revision)</a:t>
            </a:r>
          </a:p>
          <a:p/>
          <a:p>
            <a:r>
              <a:t>Completion Rate: Submissions / Enrolled Students x 100</a:t>
            </a:r>
          </a:p>
          <a:p>
            <a:r>
              <a:t>Low completion (&lt; 70%) flags engagement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Assignments Analyzed: 51</a:t>
            </a:r>
          </a:p>
          <a:p>
            <a:r>
              <a:t>Across 7 Fall 2014 Courses</a:t>
            </a:r>
          </a:p>
          <a:p/>
          <a:p>
            <a:r>
              <a:t>Effectiveness Distribution:</a:t>
            </a:r>
          </a:p>
          <a:p>
            <a:r>
              <a:t>  Good: 38 (74.5%)</a:t>
            </a:r>
          </a:p>
          <a:p>
            <a:r>
              <a:t>  Acceptable: 13 (25.5%)</a:t>
            </a:r>
          </a:p>
          <a:p>
            <a:r>
              <a:t>  Poor: 0 (0.0%)</a:t>
            </a:r>
          </a:p>
          <a:p/>
          <a:p>
            <a:r>
              <a:t>Assignments with Low Completion (&lt; 70%):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Performing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by Discrimination Index:</a:t>
            </a:r>
          </a:p>
          <a:p/>
          <a:p>
            <a:r>
              <a:t>CMA 24295 (Creative Computing &amp; Culture (...): DI=22.57, CR=95.9%</a:t>
            </a:r>
          </a:p>
          <a:p>
            <a:r>
              <a:t>CMA 24298 (Creative Computing &amp; Culture (...): DI=6.35, CR=54.8%</a:t>
            </a:r>
          </a:p>
          <a:p>
            <a:r>
              <a:t>CMA 24296 (Creative Computing &amp; Culture (...): DI=6.271, CR=76.8%</a:t>
            </a:r>
          </a:p>
          <a:p>
            <a:r>
              <a:t>TMA 25362 (Data-Driven Design (Fall 2014)...): DI=5.913, CR=99.2%</a:t>
            </a:r>
          </a:p>
          <a:p>
            <a:r>
              <a:t>CMA 24297 (Creative Computing &amp; Culture (...): DI=5.897, CR=65.1%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Assignments Needing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 assignments flagged for revision:</a:t>
            </a:r>
          </a:p>
          <a:p/>
          <a:p>
            <a:r>
              <a:t>CMA 34907 (Foundations of Finance (F): CR=67.0%, Issue=Low Completion</a:t>
            </a:r>
          </a:p>
          <a:p>
            <a:r>
              <a:t>CMA 34908 (Foundations of Finance (F): CR=65.9%, Issue=Low Completion</a:t>
            </a:r>
          </a:p>
          <a:p>
            <a:r>
              <a:t>CMA 34910 (Foundations of Finance (F): CR=64.3%, Issue=Low Completion</a:t>
            </a:r>
          </a:p>
          <a:p>
            <a:r>
              <a:t>CMA 34906 (Foundations of Finance (F): CR=68.1%, Issue=Low Completion</a:t>
            </a:r>
          </a:p>
          <a:p>
            <a:r>
              <a:t>CMA 34909 (Foundations of Finance (F): CR=65.9%, Issue=Low Completion</a:t>
            </a:r>
          </a:p>
          <a:p>
            <a:r>
              <a:t>CMA 37443 (Global Governance &amp; Geopo): CR=57.1%, Issue=Low Completion</a:t>
            </a:r>
          </a:p>
          <a:p>
            <a:r>
              <a:t>Final Exam 25368 (Data-Driven Design (Fall ): CR=66.6%, Issue=Low Completion</a:t>
            </a:r>
          </a:p>
          <a:p>
            <a:r>
              <a:t>CMA 37442 (Global Governance &amp; Geopo): CR=69.1%, Issue=Low Completion</a:t>
            </a:r>
          </a:p>
          <a:p>
            <a:r>
              <a:t>... and 9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Course-Level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Analytics &amp; Algorithms: 5 assignments, Avg DI=1.57, Avg CR=89.1%</a:t>
            </a:r>
          </a:p>
          <a:p>
            <a:r>
              <a:t>Biochemistry &amp; Bioinformatics: 5 assignments, Avg DI=1.001, Avg CR=82.6%</a:t>
            </a:r>
          </a:p>
          <a:p>
            <a:r>
              <a:t>Creative Computing &amp; Culture: 9 assignments, Avg DI=5.871, Avg CR=63.6%</a:t>
            </a:r>
          </a:p>
          <a:p>
            <a:r>
              <a:t>Data-Driven Design: 7 assignments, Avg DI=2.476, Avg CR=80.1%</a:t>
            </a:r>
          </a:p>
          <a:p>
            <a:r>
              <a:t>Environmental Economics &amp; Ethics: 4 assignments, Avg DI=1.16, Avg CR=86.4%</a:t>
            </a:r>
          </a:p>
          <a:p>
            <a:r>
              <a:t>Foundations of Finance: 12 assignments, Avg DI=0.824, Avg CR=73.2%</a:t>
            </a:r>
          </a:p>
          <a:p>
            <a:r>
              <a:t>Global Governance &amp; Geopolitics: 9 assignments, Avg DI=0.275, Avg CR=80.7%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Address Low Completion Rates: 17 assignments have completion below 70%. Creative Computing &amp; Culture has 6 such assignments - investigate course design.</a:t>
            </a:r>
          </a:p>
          <a:p/>
          <a:p>
            <a:r>
              <a:t>2. Review Foundations of Finance CMAs: All 7 CMA assessments show only Acceptable discrimination and declining completion rates.</a:t>
            </a:r>
          </a:p>
          <a:p/>
          <a:p>
            <a:r>
              <a:t>3. Maintain Strong Performers: TMA-style assignments in Applied Analytics and Environmental Economics show excellent discrimination.</a:t>
            </a:r>
          </a:p>
          <a:p/>
          <a:p>
            <a:r>
              <a:t>4. Consider Assignment Restructuring: Assignments with very high DI relative to points possible may need weight rebalancing.</a:t>
            </a:r>
          </a:p>
          <a:p/>
          <a:p>
            <a:r>
              <a:t>5. Monitor Engagement: Courses with progressive completion decline suggest student attrition mid-semester.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