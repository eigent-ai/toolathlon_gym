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 2014 Quiz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Faculty Meeting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Computing &amp; Culture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Quizzes: 4</a:t>
            </a:r>
          </a:p>
          <a:p>
            <a:r>
              <a:t>Total Submissions: 5846</a:t>
            </a:r>
          </a:p>
          <a:p>
            <a:r>
              <a:t>Overall Average Score: 75.63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 of Finance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Quizzes: 7</a:t>
            </a:r>
          </a:p>
          <a:p>
            <a:r>
              <a:t>Total Submissions: 8915</a:t>
            </a:r>
          </a:p>
          <a:p>
            <a:r>
              <a:t>Overall Average Score: 80.62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Governance &amp; Geopolitics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Quizzes: 6</a:t>
            </a:r>
          </a:p>
          <a:p>
            <a:r>
              <a:t>Total Submissions: 2747</a:t>
            </a:r>
          </a:p>
          <a:p>
            <a:r>
              <a:t>Overall Average Score: 85.87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overall average score: Global Governance &amp; Geopolitics (Fall 2014) with 85.87</a:t>
            </a:r>
          </a:p>
          <a:p>
            <a:r>
              <a:t>Lowest overall average score: Creative Computing &amp; Culture (Fall 2014) with 75.63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