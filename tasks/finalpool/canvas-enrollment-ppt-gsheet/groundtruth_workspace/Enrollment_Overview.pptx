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Course Enrollment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Academic Dashboard Report - 2026-03-06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Courses: 22</a:t>
            </a:r>
          </a:p>
          <a:p>
            <a:r>
              <a:t>Total Enrollments: 32663</a:t>
            </a:r>
          </a:p>
          <a:p>
            <a:r>
              <a:t>Total Students: 32593</a:t>
            </a:r>
          </a:p>
          <a:p>
            <a:r>
              <a:t>Average Enrollment per Course: 1484.68</a:t>
            </a:r>
          </a:p>
          <a:p>
            <a:r>
              <a:t>Largest Course: Creative Computing &amp; Culture (Fall 2014) (2501 enrollments)</a:t>
            </a:r>
          </a:p>
          <a:p>
            <a:r>
              <a:t>Smallest Course: Applied Analytics &amp; Algorithms (Fall 2014) (369 enrollments)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5 Courses by Enrollment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Creative Computing &amp; Culture (Fall 2014) (CCC-2014J): 2501 enrollments</a:t>
            </a:r>
          </a:p>
          <a:p>
            <a:r>
              <a:t>2. Foundations of Finance (Fall 2014) (FFF-2014J): 2369 enrollments</a:t>
            </a:r>
          </a:p>
          <a:p>
            <a:r>
              <a:t>3. Biochemistry &amp; Bioinformatics (Fall 2014) (BBB-2014J): 2296 enrollments</a:t>
            </a:r>
          </a:p>
          <a:p>
            <a:r>
              <a:t>4. Foundations of Finance (Fall 2013) (FFF-2013J): 2285 enrollments</a:t>
            </a:r>
          </a:p>
          <a:p>
            <a:r>
              <a:t>5. Biochemistry &amp; Bioinformatics (Fall 2013) (BBB-2013J): 2241 enrollments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Enrollment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Students: 32593 (99.8%)</a:t>
            </a:r>
          </a:p>
          <a:p>
            <a:r>
              <a:t>Teachers: 41 (0.1%)</a:t>
            </a:r>
          </a:p>
          <a:p>
            <a:r>
              <a:t>TAs: 29 (0.1%)</a:t>
            </a:r>
          </a:p>
          <a:p>
            <a:r>
              <a:t>Active: 22591 (69.2%)</a:t>
            </a:r>
          </a:p>
          <a:p>
            <a:r>
              <a:t>Completed: 10072 (30.8%)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