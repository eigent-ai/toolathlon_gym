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Fireship 2025 Monthly Tech Digest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Monthly digest of top tech education videos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January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Video: Big Tech in panic mode... Did DeepSeek R1 just pop the AI bubble?</a:t>
            </a:r>
          </a:p>
          <a:p>
            <a:r>
              <a:t>View Count: 3878491</a:t>
            </a:r>
          </a:p>
          <a:p>
            <a:r>
              <a:t>Duration: 3.6 minutes</a:t>
            </a:r>
          </a:p>
          <a:p>
            <a:r>
              <a:t>Total Videos This Month: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February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Video: Microsoft's new chip looks like science fiction…</a:t>
            </a:r>
          </a:p>
          <a:p>
            <a:r>
              <a:t>View Count: 2329914</a:t>
            </a:r>
          </a:p>
          <a:p>
            <a:r>
              <a:t>Duration: 4.3 minutes</a:t>
            </a:r>
          </a:p>
          <a:p>
            <a:r>
              <a:t>Total Videos This Month: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March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Video: The "vibe coding" mind virus explained…</a:t>
            </a:r>
          </a:p>
          <a:p>
            <a:r>
              <a:t>View Count: 1846051</a:t>
            </a:r>
          </a:p>
          <a:p>
            <a:r>
              <a:t>Duration: 4.8 minutes</a:t>
            </a:r>
          </a:p>
          <a:p>
            <a:r>
              <a:t>Total Videos This Month: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April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Video: 7 Programming myths that waste your time</a:t>
            </a:r>
          </a:p>
          <a:p>
            <a:r>
              <a:t>View Count: 1525851</a:t>
            </a:r>
          </a:p>
          <a:p>
            <a:r>
              <a:t>Duration: 6.3 minutes</a:t>
            </a:r>
          </a:p>
          <a:p>
            <a:r>
              <a:t>Total Videos This Month: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Video: Google goes wild, again... 11 things you missed at I/O</a:t>
            </a:r>
          </a:p>
          <a:p>
            <a:r>
              <a:t>View Count: 1395286</a:t>
            </a:r>
          </a:p>
          <a:p>
            <a:r>
              <a:t>Duration: 4.5 minutes</a:t>
            </a:r>
          </a:p>
          <a:p>
            <a:r>
              <a:t>Total Videos This Month: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Video: Google's new CLI tool hits different…</a:t>
            </a:r>
          </a:p>
          <a:p>
            <a:r>
              <a:t>View Count: 1066444</a:t>
            </a:r>
          </a:p>
          <a:p>
            <a:r>
              <a:t>Duration: 4.2 minutes</a:t>
            </a:r>
          </a:p>
          <a:p>
            <a:r>
              <a:t>Total Videos This Month: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