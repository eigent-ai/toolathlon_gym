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Monthly Sales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Sales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Orders: 150</a:t>
            </a:r>
          </a:p>
          <a:p>
            <a:r>
              <a:t>Completed Orders: 72</a:t>
            </a:r>
          </a:p>
          <a:p>
            <a:r>
              <a:t>Total Revenue: $61,712.04</a:t>
            </a:r>
          </a:p>
          <a:p>
            <a:r>
              <a:t>Average Order Value: $411.41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Selling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Canon M50 Mark II 15-45mm f3.5-6.3 is STM - $9,781.38 (14 units)</a:t>
            </a:r>
          </a:p>
          <a:p>
            <a:r>
              <a:t>2. LG 139 cm (55 Inches) Nanocell Series 4K Ultra HD Smart LED  - $6,029.31 (7 units)</a:t>
            </a:r>
          </a:p>
          <a:p>
            <a:r>
              <a:t>3. PJ Masks Catboy Kids Headphones by CozyPhones - Over The Ear - $5,277.30 (14 units)</a:t>
            </a:r>
          </a:p>
          <a:p>
            <a:r>
              <a:t>4. DALI ALTECO C-1 100 Watt 2.0 Channel Speaker with Dolby Atmo - $3,921.68 (7 units)</a:t>
            </a:r>
          </a:p>
          <a:p>
            <a:r>
              <a:t>5. LED TV ASIN 55-SR 6 R - $3,613.85 (5 units)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Dow Jones Industrial Average (^DJI)</a:t>
            </a:r>
          </a:p>
          <a:p>
            <a:r>
              <a:t>Recent Close: $47,954.74</a:t>
            </a:r>
          </a:p>
          <a:p>
            <a:r>
              <a:t>Monthly Change: -1.95%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and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high-revenue product categories to maximize sales growth.</a:t>
            </a:r>
          </a:p>
          <a:p>
            <a:r>
              <a:t>Monitor market conditions and adjust pricing strategies accordingly.</a:t>
            </a:r>
          </a:p>
          <a:p>
            <a:r>
              <a:t>Improve order completion rate to boost overall revenue.</a:t>
            </a:r>
          </a:p>
          <a:p>
            <a:r>
              <a:t>Expand marketing efforts for top-performing products.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