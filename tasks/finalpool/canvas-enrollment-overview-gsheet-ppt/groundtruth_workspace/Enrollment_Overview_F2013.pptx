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Fall 2013 Enrollment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Academic Review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FFF-2013J: Foundations of Finance (Fall 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Enrolled: 2283</a:t>
            </a:r>
          </a:p>
          <a:p>
            <a:r>
              <a:t>Teachers: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BBB-2013J: Biochemistry &amp; Bioinformatics (Fall 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Enrolled: 2237</a:t>
            </a:r>
          </a:p>
          <a:p>
            <a:r>
              <a:t>Teachers: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DDD-2013J: Data-Driven Design (Fall 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Enrolled: 1938</a:t>
            </a:r>
          </a:p>
          <a:p>
            <a:r>
              <a:t>Teachers: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EEE-2013J: Environmental Economics &amp; Ethics (Fall 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Enrolled: 1052</a:t>
            </a:r>
          </a:p>
          <a:p>
            <a:r>
              <a:t>Teachers: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GGG-2013J: Global Governance &amp; Geopolitics (Fall 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Enrolled: 952</a:t>
            </a:r>
          </a:p>
          <a:p>
            <a:r>
              <a:t>Teachers: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AAA-2013J: Applied Analytics &amp; Algorithms (Fall 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Enrolled: 383</a:t>
            </a:r>
          </a:p>
          <a:p>
            <a:r>
              <a:t>Teachers: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Enrollment Summary - Fall 2013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Students Enrolled: 8,845</a:t>
            </a:r>
          </a:p>
          <a:p>
            <a:r>
              <a:t>Total Courses: 6</a:t>
            </a:r>
          </a:p>
          <a:p>
            <a:r>
              <a:t>Largest Course: Foundations of Finance (FFF-2013J) - 2,283 students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