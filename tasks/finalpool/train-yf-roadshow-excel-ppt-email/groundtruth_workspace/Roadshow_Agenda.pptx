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Investor Roadshow - March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March 10,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Journey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 G1: Beijing South 09:00 → Shanghai Hongqiao 13:28</a:t>
            </a:r>
          </a:p>
          <a:p>
            <a:r>
              <a:t>Duration: 4 hours 28 minutes</a:t>
            </a:r>
          </a:p>
          <a:p>
            <a:r>
              <a:t>Business Class: 1748.5 CNY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Portfolio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AMZN - Amazon.com</a:t>
            </a:r>
          </a:p>
          <a:p>
            <a:r>
              <a:t>Sector: Consumer Cyclical</a:t>
            </a:r>
          </a:p>
          <a:p>
            <a:r>
              <a:t>Latest Close: 218.94 USD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Meeting Schedule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TBD - Meetings to be confirmed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