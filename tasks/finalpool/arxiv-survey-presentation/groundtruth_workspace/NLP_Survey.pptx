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NLP Survey: Recent Advances in Language Model Reasoning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survey of reasoning methods for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Papers selected from arxiv covering prompting, training, and architectural methods. Comparison criteria: method type, dataset, and key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Few-shot CoT prompting</a:t>
            </a:r>
          </a:p>
          <a:p>
            <a:r>
              <a:t>Dataset: GSM8K, MATH</a:t>
            </a:r>
          </a:p>
          <a:p>
            <a:r>
              <a:t>Key Finding: 15% improvement on reasoning benchmarks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Instruction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Fine-tuning on diverse instructions</a:t>
            </a:r>
          </a:p>
          <a:p>
            <a:r>
              <a:t>Dataset: MMLU</a:t>
            </a:r>
          </a:p>
          <a:p>
            <a:r>
              <a:t>Key Finding: 10B model beats 65B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Retrieval-Augmented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Dense retrieval + generation</a:t>
            </a:r>
          </a:p>
          <a:p>
            <a:r>
              <a:t>Dataset: Natural Questions</a:t>
            </a:r>
          </a:p>
          <a:p>
            <a:r>
              <a:t>Key Finding: 40% less hallucination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Prompting methods are most popular. Instruction tuning enables smaller models to compete. RAG reduces hallucination. Future work: combining approaches.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