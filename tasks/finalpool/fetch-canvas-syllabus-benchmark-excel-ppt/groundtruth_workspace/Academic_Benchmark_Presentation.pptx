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Benchmark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Year Review</a:t>
            </a:r>
          </a:p>
          <a:p>
            <a:r>
              <a:t>Office of Academic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Applied Analytics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374 vs National 250 (above by 124)</a:t>
            </a:r>
          </a:p>
          <a:p>
            <a:r>
              <a:t>Assignments: 6.0 vs National 8 (below by 2.0)</a:t>
            </a:r>
          </a:p>
          <a:p>
            <a:r>
              <a:t>Quizzes: 0.0 vs National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Biochemistry &amp; Bioinformatics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1977 vs National 1500 (above by 477)</a:t>
            </a:r>
          </a:p>
          <a:p>
            <a:r>
              <a:t>Assignments: 10.5 vs National 12 (below by 1.5)</a:t>
            </a:r>
          </a:p>
          <a:p>
            <a:r>
              <a:t>Quizzes: 5.0 vs National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Computing &amp;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2217 vs National 1800 (above by 417)</a:t>
            </a:r>
          </a:p>
          <a:p>
            <a:r>
              <a:t>Assignments: 10.0 vs National 8 (above by 2.0)</a:t>
            </a:r>
          </a:p>
          <a:p>
            <a:r>
              <a:t>Quizzes: 4.0 vs National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1568 vs National 1200 (above by 368)</a:t>
            </a:r>
          </a:p>
          <a:p>
            <a:r>
              <a:t>Assignments: 8.8 vs National 10 (below by 1.2)</a:t>
            </a:r>
          </a:p>
          <a:p>
            <a:r>
              <a:t>Quizzes: 7.0 vs National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Economics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978 vs National 800 (above by 178)</a:t>
            </a:r>
          </a:p>
          <a:p>
            <a:r>
              <a:t>Assignments: 5.0 vs National 7 (below by 2.0)</a:t>
            </a:r>
          </a:p>
          <a:p>
            <a:r>
              <a:t>Quizzes: 0.0 vs National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 of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1941 vs National 1600 (above by 341)</a:t>
            </a:r>
          </a:p>
          <a:p>
            <a:r>
              <a:t>Assignments: 13.0 vs National 11 (above by 2.0)</a:t>
            </a:r>
          </a:p>
          <a:p>
            <a:r>
              <a:t>Quizzes: 7.0 vs National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Governance &amp; Geopolitics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845 vs National 600 (above by 245)</a:t>
            </a:r>
          </a:p>
          <a:p>
            <a:r>
              <a:t>Assignments: 10.0 vs National 9 (above by 1.0)</a:t>
            </a:r>
          </a:p>
          <a:p>
            <a:r>
              <a:t>Quizzes: 6.0 vs National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Courses Above National Enrollment:</a:t>
            </a:r>
          </a:p>
          <a:p>
            <a:r>
              <a:t>  - Applied Analytics &amp; Algorithms</a:t>
            </a:r>
          </a:p>
          <a:p>
            <a:r>
              <a:t>  - Biochemistry &amp; Bioinformatics</a:t>
            </a:r>
          </a:p>
          <a:p>
            <a:r>
              <a:t>  - Creative Computing &amp; Culture</a:t>
            </a:r>
          </a:p>
          <a:p>
            <a:r>
              <a:t>  - Data-Driven Design</a:t>
            </a:r>
          </a:p>
          <a:p>
            <a:r>
              <a:t>  - Environmental Economics &amp; Ethics</a:t>
            </a:r>
          </a:p>
          <a:p>
            <a:r>
              <a:t>  - Foundations of Finance</a:t>
            </a:r>
          </a:p>
          <a:p>
            <a:r>
              <a:t>  - Global Governance &amp; Geopolitics</a:t>
            </a:r>
          </a:p>
          <a:p/>
          <a:p>
            <a:r>
              <a:t>All course types exceed national enrollment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