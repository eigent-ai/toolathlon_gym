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Major Recall Impact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March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Affected Products:</a:t>
            </a:r>
          </a:p>
          <a:p>
            <a:r>
              <a:t>1. Canon M50 Mark II 15-45mm f3.5-6.3 is STM - Battery overheating under prolonged use</a:t>
            </a:r>
          </a:p>
          <a:p>
            <a:r>
              <a:t>2. (Renewed) JBL Flip 4 Portable Wireless Speaker - Charging circuit malfunction risk</a:t>
            </a:r>
          </a:p>
          <a:p>
            <a:r>
              <a:t>3. ZETONES Electric Mini Cooking Pot - Electrical short circuit in heating element</a:t>
            </a:r>
          </a:p>
          <a:p/>
          <a:p>
            <a:r>
              <a:t>Recall Notice ID: RCL-2026-0042</a:t>
            </a:r>
          </a:p>
          <a:p>
            <a:r>
              <a:t>Supplier: Global Electronics Distribution Ltd.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r>
              <a:t>Total Units Affected: 51</a:t>
            </a:r>
          </a:p>
          <a:p>
            <a:r>
              <a:t>Total Orders Affected: 22</a:t>
            </a:r>
          </a:p>
          <a:p>
            <a:r>
              <a:t>Total Revenue at Risk: $12,050.42</a:t>
            </a:r>
          </a:p>
          <a:p>
            <a:r>
              <a:t>Unique Customers Affected: 15</a:t>
            </a:r>
          </a:p>
          <a:p>
            <a:r>
              <a:t>Average Revenue per Order: $547.75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Communication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Notification Approach:</a:t>
            </a:r>
          </a:p>
          <a:p>
            <a:r>
              <a:t>- Send personalized recall notices to all 15 affected customers</a:t>
            </a:r>
          </a:p>
          <a:p>
            <a:r>
              <a:t>- Provide clear product return instructions</a:t>
            </a:r>
          </a:p>
          <a:p>
            <a:r>
              <a:t>Remediation Options:</a:t>
            </a:r>
          </a:p>
          <a:p>
            <a:r>
              <a:t>- Full refund to original payment method</a:t>
            </a:r>
          </a:p>
          <a:p>
            <a:r>
              <a:t>- Replacement with equivalent or upgraded product</a:t>
            </a:r>
          </a:p>
          <a:p>
            <a:r>
              <a:t>- Store credit with additional 10% bonus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Remediation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Milestones:</a:t>
            </a:r>
          </a:p>
          <a:p>
            <a:r>
              <a:t>Mar 8, 2026 - Identify Affected Orders (Operations) - Complete</a:t>
            </a:r>
          </a:p>
          <a:p>
            <a:r>
              <a:t>Mar 10, 2026 - Notify Customers (Customer Service) - Pending</a:t>
            </a:r>
          </a:p>
          <a:p>
            <a:r>
              <a:t>Mar 17, 2026 - Process Returns (Warehouse) - Pending</a:t>
            </a:r>
          </a:p>
          <a:p>
            <a:r>
              <a:t>Mar 21, 2026 - Financial Reconciliation (Finance) - Pending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