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Bundle Opportunities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Co-Purchase Analysis &amp; Bundle Proposals</a:t>
            </a:r>
          </a:p>
          <a:p>
            <a:r>
              <a:t>Merchandising Team Review -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Co-Purchase 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Qualifying Bundle Pairs: 6</a:t>
            </a:r>
          </a:p>
          <a:p>
            <a:r>
              <a:t>Co-Purchase Threshold: 2+ orders</a:t>
            </a:r>
          </a:p>
          <a:p>
            <a:r>
              <a:t>Orders Analyzed: Completed and Processing orders</a:t>
            </a:r>
          </a:p>
          <a:p>
            <a:r>
              <a:t>Highest Priority Score: 1416.84</a:t>
            </a:r>
          </a:p>
          <a:p>
            <a:r>
              <a:t>Total Estimated Monthly Revenue: $2,853.84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Bundle Proposals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Ranked by Priority Score (Co-Purchase Count x Avg Combined Revenue)</a:t>
            </a:r>
          </a:p>
          <a:p>
            <a:r>
              <a:t>#1: Canon M50 Mark II 15-45mm f3.5 + ORICO SD Card Holder, Water - Bundle Price: $637.58</a:t>
            </a:r>
          </a:p>
          <a:p>
            <a:r>
              <a:t>#2: Ambrane Mobile Holding Tableto + Canon M50 Mark II 15-45mm f - Bundle Price: $631.50</a:t>
            </a:r>
          </a:p>
          <a:p>
            <a:r>
              <a:t>#3: TheGiftKart Shockproof Crystal + (Renewed) JBL Flip 4 Portab - Bundle Price: $80.21</a:t>
            </a:r>
          </a:p>
          <a:p>
            <a:r>
              <a:t>#4: Zavia French Fox ENC Earbuds,  + Silencer Panels, Flame Reta - Bundle Price: $57.20</a:t>
            </a:r>
          </a:p>
          <a:p>
            <a:r>
              <a:t>#5: Ambrane Mobile Holding Tableto + ZETONES Electric Mini Cooki - Bundle Price: $10.28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Combined Regular Price (all bundles): $1,585.46</a:t>
            </a:r>
          </a:p>
          <a:p>
            <a:r>
              <a:t>Total Bundle Savings for Customers: $158.54</a:t>
            </a:r>
          </a:p>
          <a:p>
            <a:r>
              <a:t>Estimated Total Monthly Bundle Revenue: $2,853.84</a:t>
            </a:r>
          </a:p>
          <a:p>
            <a:r>
              <a:t>Discount Rate: 10% off combined price</a:t>
            </a:r>
          </a:p>
          <a:p>
            <a:r>
              <a:t>Number of Bundle Proposals: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of March 16-20, 2026: Bundle Launch Planning</a:t>
            </a:r>
          </a:p>
          <a:p>
            <a:r>
              <a:t>March 16: Top-Priority Bundle Launch Meeting (Bundles ranked #1-2)</a:t>
            </a:r>
          </a:p>
          <a:p>
            <a:r>
              <a:t>March 18: Mid-Priority Bundle Launch Meeting (Bundles ranked #3-4)</a:t>
            </a:r>
          </a:p>
          <a:p>
            <a:r>
              <a:t>March 20: Category Review Meeting (Category insights &amp; remaining bundles)</a:t>
            </a:r>
          </a:p>
          <a:p/>
          <a:p>
            <a:r>
              <a:t>April 2026: Bundle feature development and testing</a:t>
            </a:r>
          </a:p>
          <a:p>
            <a:r>
              <a:t>May 2026: Soft launch with A/B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