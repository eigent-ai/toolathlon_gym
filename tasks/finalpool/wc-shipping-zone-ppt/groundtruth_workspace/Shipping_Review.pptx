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Shipping Zone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Shipping Zone: Domestic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Count: 150</a:t>
            </a:r>
          </a:p>
          <a:p>
            <a:r>
              <a:t>Total Shipping Cost: $1,072.88</a:t>
            </a:r>
          </a:p>
          <a:p>
            <a:r>
              <a:t>Average Shipping Cost: $7.15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150</a:t>
            </a:r>
          </a:p>
          <a:p>
            <a:r>
              <a:t>Total Shipping Revenue: $1,072.88</a:t>
            </a:r>
          </a:p>
          <a:p>
            <a:r>
              <a:t>Active Shipping Zones: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