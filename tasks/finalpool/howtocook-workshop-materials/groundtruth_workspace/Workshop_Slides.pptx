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Team Cooking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Fun Team-Building Activity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Tomato Scrambled Eggs (Fan Qie Chao Dan)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Ingredients:</a:t>
            </a:r>
          </a:p>
          <a:p>
            <a:pPr lvl="1"/>
            <a:r>
              <a:t>  3 eggs</a:t>
            </a:r>
          </a:p>
          <a:p>
            <a:pPr lvl="1"/>
            <a:r>
              <a:t>  2 medium tomatoes</a:t>
            </a:r>
          </a:p>
          <a:p>
            <a:pPr lvl="1"/>
            <a:r>
              <a:t>  2 tablespoons vegetable oil</a:t>
            </a:r>
          </a:p>
          <a:p>
            <a:pPr lvl="1"/>
            <a:r>
              <a:t>  1 teaspoon salt</a:t>
            </a:r>
          </a:p>
          <a:p>
            <a:pPr lvl="1"/>
            <a:r>
              <a:t>  1 teaspoon sugar</a:t>
            </a:r>
          </a:p>
          <a:p>
            <a:pPr lvl="1"/>
            <a:r>
              <a:t>  1 tablespoon scallion, chopped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Tomato Scrambled Eggs (Fan Qie Chao Dan) -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Wash the tomatoes and cut them into wedges. Beat the eggs in a bowl with a pinch of salt.</a:t>
            </a:r>
          </a:p>
          <a:p>
            <a:r>
              <a:t>2. Heat oil in a wok over high heat. Pour in the beaten eggs and stir quickly until just set. Remove and set aside.</a:t>
            </a:r>
          </a:p>
          <a:p>
            <a:r>
              <a:t>3. In the same wok, add a little more oil. Saute the chopped scallion briefly, then add the tomato wedges.</a:t>
            </a:r>
          </a:p>
          <a:p>
            <a:r>
              <a:t>4. Stir-fry the tomatoes until they soften and release their juices. Add salt and sugar to taste.</a:t>
            </a:r>
          </a:p>
          <a:p>
            <a:r>
              <a:t>5. Return the cooked eggs to the wok. Toss everything together for about 30 seconds.</a:t>
            </a:r>
          </a:p>
          <a:p>
            <a:r>
              <a:t>6. Serve immediately on a plate.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Cola Chicken Wings (Ke Le Ji Chi)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Ingredients:</a:t>
            </a:r>
          </a:p>
          <a:p>
            <a:pPr lvl="1"/>
            <a:r>
              <a:t>  500g chicken wings (about 10 pieces)</a:t>
            </a:r>
          </a:p>
          <a:p>
            <a:pPr lvl="1"/>
            <a:r>
              <a:t>  330ml cola (one can)</a:t>
            </a:r>
          </a:p>
          <a:p>
            <a:pPr lvl="1"/>
            <a:r>
              <a:t>  2 tablespoons soy sauce</a:t>
            </a:r>
          </a:p>
          <a:p>
            <a:pPr lvl="1"/>
            <a:r>
              <a:t>  1 tablespoon dark soy sauce</a:t>
            </a:r>
          </a:p>
          <a:p>
            <a:pPr lvl="1"/>
            <a:r>
              <a:t>  1 tablespoon cooking wine</a:t>
            </a:r>
          </a:p>
          <a:p>
            <a:pPr lvl="1"/>
            <a:r>
              <a:t>  3 slices fresh ginger</a:t>
            </a:r>
          </a:p>
          <a:p>
            <a:pPr lvl="1"/>
            <a:r>
              <a:t>  2 cloves garlic, minced</a:t>
            </a:r>
          </a:p>
          <a:p>
            <a:pPr lvl="1"/>
            <a:r>
              <a:t>  1 teaspoon salt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Cola Chicken Wings (Ke Le Ji Chi) -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Score each chicken wing on both sides with a knife so the marinade can penetrate.</a:t>
            </a:r>
          </a:p>
          <a:p>
            <a:r>
              <a:t>2. Blanch the chicken wings in boiling water for 2 minutes to remove impurities. Drain and set aside.</a:t>
            </a:r>
          </a:p>
          <a:p>
            <a:r>
              <a:t>3. Heat a little oil in a pan. Sear the chicken wings until both sides are golden brown.</a:t>
            </a:r>
          </a:p>
          <a:p>
            <a:r>
              <a:t>4. Add ginger slices and minced garlic, stir-fry until fragrant.</a:t>
            </a:r>
          </a:p>
          <a:p>
            <a:r>
              <a:t>5. Pour in the cola, soy sauce, dark soy sauce, and cooking wine. Bring to a boil.</a:t>
            </a:r>
          </a:p>
          <a:p>
            <a:r>
              <a:t>6. Reduce heat to low, cover, and simmer for about 20 minutes until the sauce thickens.</a:t>
            </a:r>
          </a:p>
          <a:p>
            <a:r>
              <a:t>7. Turn up the heat to reduce the sauce to a glaze. Stir gently to coat the wings evenly.</a:t>
            </a:r>
          </a:p>
          <a:p>
            <a:r>
              <a:t>8. Transfer to a serving plate and serve.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Garlic Broccoli (Suan Rong Xi Lan Hua)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Ingredients:</a:t>
            </a:r>
          </a:p>
          <a:p>
            <a:pPr lvl="1"/>
            <a:r>
              <a:t>  1 head broccoli (about 300g)</a:t>
            </a:r>
          </a:p>
          <a:p>
            <a:pPr lvl="1"/>
            <a:r>
              <a:t>  5 cloves garlic, minced</a:t>
            </a:r>
          </a:p>
          <a:p>
            <a:pPr lvl="1"/>
            <a:r>
              <a:t>  2 tablespoons vegetable oil</a:t>
            </a:r>
          </a:p>
          <a:p>
            <a:pPr lvl="1"/>
            <a:r>
              <a:t>  1 teaspoon salt</a:t>
            </a:r>
          </a:p>
          <a:p>
            <a:pPr lvl="1"/>
            <a:r>
              <a:t>  1/2 teaspoon chicken bouillon powder</a:t>
            </a:r>
          </a:p>
          <a:p>
            <a:pPr lvl="1"/>
            <a:r>
              <a:t>  2 tablespoons water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Garlic Broccoli (Suan Rong Xi Lan Hua) -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Cut the broccoli into small florets. Wash thoroughly under running water.</a:t>
            </a:r>
          </a:p>
          <a:p>
            <a:r>
              <a:t>2. Bring a pot of salted water to a boil. Blanch the broccoli for about 2 minutes until bright green. Drain immediately and rinse with cold water.</a:t>
            </a:r>
          </a:p>
          <a:p>
            <a:r>
              <a:t>3. Heat oil in a wok over medium heat. Add the minced garlic and stir-fry until fragrant but not browned.</a:t>
            </a:r>
          </a:p>
          <a:p>
            <a:r>
              <a:t>4. Add the blanched broccoli florets. Stir-fry for about 1 minute.</a:t>
            </a:r>
          </a:p>
          <a:p>
            <a:r>
              <a:t>5. Add salt, chicken bouillon powder, and a splash of water. Toss well.</a:t>
            </a:r>
          </a:p>
          <a:p>
            <a:r>
              <a:t>6. Serve on a plate while still bright green and crisp.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Enjoy Your Meal!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Thank you for participating!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