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Skills Gap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Curriculum vs. Industry Workforce Assessment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Curriculum Coverage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Four courses analyzed across Applied Analytics and Biochemistry programs</a:t>
            </a:r>
          </a:p>
          <a:p>
            <a:r>
              <a:t>Total enrollment of 5,277 students across all courses</a:t>
            </a:r>
          </a:p>
          <a:p>
            <a:r>
              <a:t>35 total assessments (30 assignments + 5 quizzes)</a:t>
            </a:r>
          </a:p>
          <a:p>
            <a:r>
              <a:t>Biochemistry Fall 2013 has the highest assessment load with 17 total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Profile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 departments with ~50,000 total employees</a:t>
            </a:r>
          </a:p>
          <a:p>
            <a:r>
              <a:t>Average performance rating: 3.20 across all departments</a:t>
            </a:r>
          </a:p>
          <a:p>
            <a:r>
              <a:t>Education: 45% Bachelor's, 20% Diploma, 18% Master's, 15% High School, 2% PhD</a:t>
            </a:r>
          </a:p>
          <a:p>
            <a:r>
              <a:t>Average salary ranges from $57,809 (Operations) to $58,992 (Engineering)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Gap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Research: CRITICAL gap (3.2) - curriculum over-delivers vs industry demand</a:t>
            </a:r>
          </a:p>
          <a:p>
            <a:r>
              <a:t>Applied Problem Solving: HIGH gap (2.0) - curriculum strong but exceeds benchmark</a:t>
            </a:r>
          </a:p>
          <a:p>
            <a:r>
              <a:t>Quantitative Analysis: HIGH gap (1.5) - curriculum under-delivers vs industry need</a:t>
            </a:r>
          </a:p>
          <a:p>
            <a:r>
              <a:t>Communication &amp; Reporting: MODERATE (0.0) - well aligned with industry expectations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Rebalance Biochemistry lab assessments to match industry research standards</a:t>
            </a:r>
          </a:p>
          <a:p>
            <a:r>
              <a:t>2. Add quantitative assessment modules to Analytics courses</a:t>
            </a:r>
          </a:p>
          <a:p>
            <a:r>
              <a:t>3. Introduce cross-disciplinary capstone projects</a:t>
            </a:r>
          </a:p>
          <a:p>
            <a:r>
              <a:t>4. Advisory board meetings scheduled for March 16-20,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