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Advances in LLM Reasoning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Literature Review 2022-2023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Chain-of-Thought Prompting</a:t>
            </a:r>
          </a:p>
          <a:p>
            <a:r>
              <a:t>2. Self-Consistency</a:t>
            </a:r>
          </a:p>
          <a:p>
            <a:r>
              <a:t>3. Tree of Thoughts</a:t>
            </a:r>
          </a:p>
          <a:p>
            <a:r>
              <a:t>4. Reasoning via Planning (RAP)</a:t>
            </a:r>
          </a:p>
          <a:p>
            <a:r>
              <a:t>5. Process Supervision (Let's Verify Step by Step)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Chain-of-Thought Prompting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Chain-of-thought prompting improves reasoning by generating intermediate steps.</a:t>
            </a:r>
          </a:p>
          <a:p>
            <a:r>
              <a:t>GSM8K: 56.6% (standard CoT), 74.4% (self-consistency)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Tree-Based Reasoning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Tree of Thoughts enables systematic search through reasoning paths.</a:t>
            </a:r>
          </a:p>
          <a:p>
            <a:r>
              <a:t>RAP combines world model with MCTS for strategic exploration.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Supervision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Process supervision verifies each reasoning step individually.</a:t>
            </a:r>
          </a:p>
          <a:p>
            <a:r>
              <a:t>PRM achieves 78.2% on MATH vs 72.4% for outcome supervision.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Comparison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takeaways from the literature review on LLM reasoning advances.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