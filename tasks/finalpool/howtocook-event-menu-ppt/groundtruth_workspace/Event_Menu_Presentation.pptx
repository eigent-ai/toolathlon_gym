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Company Team Dinner Menu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curated multi-course dinner experience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Appetizer: Garlic Shrimp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Ingredients:</a:t>
            </a:r>
          </a:p>
          <a:p>
            <a:r>
              <a:t>- Shrimp</a:t>
            </a:r>
          </a:p>
          <a:p>
            <a:r>
              <a:t>- Garlic</a:t>
            </a:r>
          </a:p>
          <a:p>
            <a:r>
              <a:t>- Butter</a:t>
            </a:r>
          </a:p>
          <a:p>
            <a:r>
              <a:t>- Lemon</a:t>
            </a:r>
          </a:p>
          <a:p>
            <a:r>
              <a:t>- Parsley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Course: Braised Pork Belly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Ingredients:</a:t>
            </a:r>
          </a:p>
          <a:p>
            <a:r>
              <a:t>- Pork Belly</a:t>
            </a:r>
          </a:p>
          <a:p>
            <a:r>
              <a:t>- Soy Sauce</a:t>
            </a:r>
          </a:p>
          <a:p>
            <a:r>
              <a:t>- Sugar</a:t>
            </a:r>
          </a:p>
          <a:p>
            <a:r>
              <a:t>- Ginger</a:t>
            </a:r>
          </a:p>
          <a:p>
            <a:r>
              <a:t>- Star Anise</a:t>
            </a:r>
          </a:p>
          <a:p>
            <a:r>
              <a:t>- Cooking Wine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Dessert: Mango Pudding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Ingredients:</a:t>
            </a:r>
          </a:p>
          <a:p>
            <a:r>
              <a:t>- Mango</a:t>
            </a:r>
          </a:p>
          <a:p>
            <a:r>
              <a:t>- Sugar</a:t>
            </a:r>
          </a:p>
          <a:p>
            <a:r>
              <a:t>- Gelatin</a:t>
            </a:r>
          </a:p>
          <a:p>
            <a:r>
              <a:t>- Cream</a:t>
            </a:r>
          </a:p>
          <a:p>
            <a:r>
              <a:t>- Milk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Menu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Courses: 3</a:t>
            </a:r>
          </a:p>
          <a:p>
            <a:r>
              <a:t>Total Ingredients: 16</a:t>
            </a:r>
          </a:p>
          <a:p>
            <a:r>
              <a:t>Appetizer, Main Course, Dessert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