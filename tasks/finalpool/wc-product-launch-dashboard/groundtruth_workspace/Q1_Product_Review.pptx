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2026 Product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March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Store Revenue: $57,435.21</a:t>
            </a:r>
          </a:p>
          <a:p>
            <a:r>
              <a:t>Total Units Sold: 633</a:t>
            </a:r>
          </a:p>
          <a:p>
            <a:r>
              <a:t>Categories Analyzed: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and Units by Category:</a:t>
            </a:r>
          </a:p>
          <a:p>
            <a:r>
              <a:t>TV &amp; Home Theater: $20,713.32 revenue, 78 units sold</a:t>
            </a:r>
          </a:p>
          <a:p>
            <a:r>
              <a:t>Electronics: $17,524.84 revenue, 229 units sold</a:t>
            </a:r>
          </a:p>
          <a:p>
            <a:r>
              <a:t>Audio: $12,398.00 revenue, 119 units sold</a:t>
            </a:r>
          </a:p>
          <a:p>
            <a:r>
              <a:t>Watches: $2,501.57 revenue, 39 units sold</a:t>
            </a:r>
          </a:p>
          <a:p>
            <a:r>
              <a:t>Cameras: $2,369.28 revenue, 106 units sold</a:t>
            </a:r>
          </a:p>
          <a:p>
            <a:r>
              <a:t>Home Appliances: $1,928.20 revenue, 62 units sold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Year-over-Year Growth Rates:</a:t>
            </a:r>
          </a:p>
          <a:p>
            <a:r>
              <a:t>Audio: 15.2% YoY (Strong Growth)</a:t>
            </a:r>
          </a:p>
          <a:p>
            <a:r>
              <a:t>TV &amp; Home Theater: 12.5% YoY (Strong Growth)</a:t>
            </a:r>
          </a:p>
          <a:p>
            <a:r>
              <a:t>Electronics: 8.3% YoY (Moderate Growth)</a:t>
            </a:r>
          </a:p>
          <a:p>
            <a:r>
              <a:t>Watches: 6.7% YoY (Moderate Growth)</a:t>
            </a:r>
          </a:p>
          <a:p>
            <a:r>
              <a:t>Cameras: 3.1% YoY (Slow Growth)</a:t>
            </a:r>
          </a:p>
          <a:p>
            <a:r>
              <a:t>Home Appliances: -2.4% YoY (Declining)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Categories by Opportunity Score:</a:t>
            </a:r>
          </a:p>
          <a:p>
            <a:r>
              <a:t>Audio: Score 69.01 (Growth 15.2% x Rating 4.54)</a:t>
            </a:r>
          </a:p>
          <a:p>
            <a:r>
              <a:t>TV &amp; Home Theater: Score 59.75 (Growth 12.5% x Rating 4.78)</a:t>
            </a:r>
          </a:p>
          <a:p>
            <a:r>
              <a:t>Electronics: Score 38.01 (Growth 8.3% x Rating 4.58)</a:t>
            </a:r>
          </a:p>
          <a:p/>
          <a:p>
            <a:r>
              <a:t>Recommendations: Focus inventory investment on Audio and TV &amp; Home Theater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