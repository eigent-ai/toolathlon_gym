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Sector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Report - 2026-03-06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Stock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AMZN (Technology): $218.94, YTD -0.58%, 1Y +6.79%</a:t>
            </a:r>
          </a:p>
          <a:p>
            <a:r>
              <a:t>GOOGL (Technology): $300.88, YTD +59.46%, 1Y +80.86%</a:t>
            </a:r>
          </a:p>
          <a:p>
            <a:r>
              <a:t>JNJ (Healthcare): $239.63, YTD +72.39%, 1Y +47.24%</a:t>
            </a:r>
          </a:p>
          <a:p>
            <a:r>
              <a:t>JPM (Financials): $293.55, YTD +25.47%, 1Y +14.94%</a:t>
            </a:r>
          </a:p>
          <a:p>
            <a:r>
              <a:t>XOM (Energy): $150.76, YTD +46.62%, 1Y +44.71%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Energy: 1 stock(s), Avg YTD +46.62%, Avg 1Y +44.71%</a:t>
            </a:r>
          </a:p>
          <a:p>
            <a:r>
              <a:t>Financials: 1 stock(s), Avg YTD +25.47%, Avg 1Y +14.94%</a:t>
            </a:r>
          </a:p>
          <a:p>
            <a:r>
              <a:t>Healthcare: 1 stock(s), Avg YTD +72.39%, Avg 1Y +47.24%</a:t>
            </a:r>
          </a:p>
          <a:p>
            <a:r>
              <a:t>Technology: 2 stock(s), Avg YTD +29.44%, Avg 1Y +43.83%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performing sector YTD: Healthcare (+72.39%)</a:t>
            </a:r>
          </a:p>
          <a:p>
            <a:r>
              <a:t>Worst performing sector YTD: Financials (+25.47%)</a:t>
            </a:r>
          </a:p>
          <a:p>
            <a:r>
              <a:t>Best performing stock YTD: JNJ (+72.39%)</a:t>
            </a:r>
          </a:p>
          <a:p>
            <a:r>
              <a:t>Worst performing stock YTD: AMZN (-0.58%)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