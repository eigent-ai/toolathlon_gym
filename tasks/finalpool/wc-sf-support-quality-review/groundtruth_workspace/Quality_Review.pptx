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Customer Experience Quality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Q1 2026 | VP Customer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Satisfaction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Performance vs Targets</a:t>
            </a:r>
          </a:p>
          <a:p>
            <a:r>
              <a:t>CSAT Target: 4.2 | Current: 3.26 (Below Target)</a:t>
            </a:r>
          </a:p>
          <a:p>
            <a:r>
              <a:t>Response Time Target: 4h (High), 12h (Medium), 24h (Low)</a:t>
            </a:r>
          </a:p>
          <a:p>
            <a:r>
              <a:t>Resolution Rate Target: 95% | Current: 100% (Meets Target)</a:t>
            </a:r>
          </a:p>
          <a:p>
            <a:r>
              <a:t>Industry Rank: 5th out of 6 competitors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Order Issues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Issue Rate: 11.5% (269 orders, 31 issues)</a:t>
            </a:r>
          </a:p>
          <a:p>
            <a:r>
              <a:t>Highest Issue Rate: Watches (15.8%), Cameras (15.6%)</a:t>
            </a:r>
          </a:p>
          <a:p>
            <a:r>
              <a:t>Lowest Issue Rate: Electronics (7.2%)</a:t>
            </a:r>
          </a:p>
          <a:p>
            <a:r>
              <a:t>Audio: 13.5% | Home Appliances: 13.3% | TV: 10.0%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Center Performance by Priority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Priority: 6,466 tickets | 6.23h avg response (Target: 4h) - MISS</a:t>
            </a:r>
          </a:p>
          <a:p>
            <a:r>
              <a:t>Medium Priority: 15,774 tickets | 12.28h avg response (Target: 12h) - MISS</a:t>
            </a:r>
          </a:p>
          <a:p>
            <a:r>
              <a:t>Low Priority: 9,348 tickets | 25.76h avg response (Target: 24h) - MISS</a:t>
            </a:r>
          </a:p>
          <a:p>
            <a:r>
              <a:t>All priorities miss response time targets. Resolution rate: 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Cross-Reference: Issues &amp; Support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Issues lead ticket volume (8,128 tickets)</a:t>
            </a:r>
          </a:p>
          <a:p>
            <a:r>
              <a:t>Bug tickets have lowest satisfaction (2.96) and longest response (14.65h)</a:t>
            </a:r>
          </a:p>
          <a:p>
            <a:r>
              <a:t>Feature Requests and Incidents show consistent satisfaction (~3.31)</a:t>
            </a:r>
          </a:p>
          <a:p>
            <a:r>
              <a:t>High-issue categories (Watches, Cameras) may contribute to Bug ticket volume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Prioritize reducing High priority response times from 6.23h to 4h target</a:t>
            </a:r>
          </a:p>
          <a:p>
            <a:r>
              <a:t>2. Investigate root causes for Watches (15.8%) and Cameras (15.6%) issue rates</a:t>
            </a:r>
          </a:p>
          <a:p>
            <a:r>
              <a:t>3. Improve Bug ticket handling - lowest CSAT at 2.96</a:t>
            </a:r>
          </a:p>
          <a:p>
            <a:r>
              <a:t>4. Implement proactive quality checks for high-risk product categories</a:t>
            </a:r>
          </a:p>
          <a:p>
            <a:r>
              <a:t>5. Target CSAT improvement from 3.26 to 4.2 through staffing and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