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Support Performance Benchmark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CSAT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Priority: Target CSAT 3.50, Response &lt; 4hrs</a:t>
            </a:r>
          </a:p>
          <a:p>
            <a:r>
              <a:t>Medium Priority: Target CSAT 3.40, Response &lt; 8hrs</a:t>
            </a:r>
          </a:p>
          <a:p>
            <a:r>
              <a:t>Low Priority: Target CSAT 3.20, Response &lt; 24hrs</a:t>
            </a:r>
          </a:p>
          <a:p>
            <a:r>
              <a:t>Overall Industry Average: 3.32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Ticket Metrics by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High: 6,466 tickets, Avg CSAT 3.26, Avg Response 6.23hrs</a:t>
            </a:r>
          </a:p>
          <a:p>
            <a:r>
              <a:t>Medium: 15,774 tickets, Avg CSAT 3.26, Avg Response 12.28hrs</a:t>
            </a:r>
          </a:p>
          <a:p>
            <a:r>
              <a:t>Low: 9,348 tickets, Avg CSAT 3.25, Avg Response 25.76hrs</a:t>
            </a:r>
          </a:p>
          <a:p>
            <a:r>
              <a:t>Total: 31,588 tickets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vs Industry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Priority: CSAT Gap -0.24 (below target), Response Gap +2.23hrs</a:t>
            </a:r>
          </a:p>
          <a:p>
            <a:r>
              <a:t>Medium Priority: CSAT Gap -0.14 (below target), Response Gap +4.28hrs</a:t>
            </a:r>
          </a:p>
          <a:p>
            <a:r>
              <a:t>Low Priority: CSAT Gap +0.05 (above target), Response Gap +1.76hrs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Compliance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Priority: Non-Compliant (CSAT below target, response time exceeds threshold)</a:t>
            </a:r>
          </a:p>
          <a:p>
            <a:r>
              <a:t>Medium Priority: Non-Compliant (CSAT below target, response time exceeds threshold)</a:t>
            </a:r>
          </a:p>
          <a:p>
            <a:r>
              <a:t>Low Priority: At Risk (CSAT meets target but response time slightly exceeds)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Performance Rankings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agents and bottom agents by satisfaction rating</a:t>
            </a:r>
          </a:p>
          <a:p>
            <a:r>
              <a:t>9 agents analyzed across all priority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High and Medium priority tickets need improvement in both CSAT and response time</a:t>
            </a:r>
          </a:p>
          <a:p>
            <a:r>
              <a:t>2. Low priority tickets are close to meeting benchmarks</a:t>
            </a:r>
          </a:p>
          <a:p>
            <a:r>
              <a:t>3. Focus on reducing response times for High priority tickets</a:t>
            </a:r>
          </a:p>
          <a:p>
            <a:r>
              <a:t>4. Implement agent coaching for bottom performers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