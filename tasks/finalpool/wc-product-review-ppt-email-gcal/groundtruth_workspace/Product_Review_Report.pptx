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Product Quality Review - Q1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WooCommerce Product Review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Rating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Ratings by Category:</a:t>
            </a:r>
          </a:p>
          <a:p>
            <a:r>
              <a:t>Headphones: 4.78 (63 reviews)</a:t>
            </a:r>
          </a:p>
          <a:p>
            <a:r>
              <a:t>TV &amp; Home Theater: 4.72 (29 reviews)</a:t>
            </a:r>
          </a:p>
          <a:p>
            <a:r>
              <a:t>Cameras: 4.69 (49 reviews)</a:t>
            </a:r>
          </a:p>
          <a:p>
            <a:r>
              <a:t>Audio: 4.57 (149 reviews)</a:t>
            </a:r>
          </a:p>
          <a:p>
            <a:r>
              <a:t>Electronics: 4.47 (78 reviews)</a:t>
            </a:r>
          </a:p>
          <a:p>
            <a:r>
              <a:t>Speakers: 4.43 (28 reviews)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Best Reviewed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Products with highest average ratings:</a:t>
            </a:r>
          </a:p>
          <a:p>
            <a:r>
              <a:t>1. BOXTUDIO Lightbox Studio - 5.00 (3 reviews)</a:t>
            </a:r>
          </a:p>
          <a:p>
            <a:r>
              <a:t>2. Nikrim Portable Blender - 5.00 (2 reviews)</a:t>
            </a:r>
          </a:p>
          <a:p>
            <a:r>
              <a:t>3. 30kg Digital Scale - 5.00 (2 reviews)</a:t>
            </a:r>
          </a:p>
          <a:p>
            <a:r>
              <a:t>4. IVELECT USB to 3RCA Adapter - 5.00 (3 reviews)</a:t>
            </a:r>
          </a:p>
          <a:p>
            <a:r>
              <a:t>5. Fujifilm Instax Stained Glass Film - 5.00 (2 reviews)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Worst Reviewed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Products with lowest average ratings (min 2 reviews):</a:t>
            </a:r>
          </a:p>
          <a:p>
            <a:r>
              <a:t>1. DLX HMT Women Watch - 3.50 (4 reviews)</a:t>
            </a:r>
          </a:p>
          <a:p>
            <a:r>
              <a:t>2. Robustrion Smart Trifold Case - 3.71 (7 reviews)</a:t>
            </a:r>
          </a:p>
          <a:p>
            <a:r>
              <a:t>3. OnePlus Buds Pro - 4.00 (4 reviews)</a:t>
            </a:r>
          </a:p>
          <a:p>
            <a:r>
              <a:t>4. Kingland Analogue Watch - 4.00 (2 reviews)</a:t>
            </a:r>
          </a:p>
          <a:p>
            <a:r>
              <a:t>5. ZEBRONICS USB Hub - 4.00 (3 reviews)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Based on review analysis:</a:t>
            </a:r>
          </a:p>
          <a:p>
            <a:r>
              <a:t>1. Improve Speakers category: lowest rating at 4.43.</a:t>
            </a:r>
          </a:p>
          <a:p>
            <a:r>
              <a:t>   Investigate product quality issues and update listings.</a:t>
            </a:r>
          </a:p>
          <a:p>
            <a:r>
              <a:t>2. Promote Headphones category: highest rating at 4.78.</a:t>
            </a:r>
          </a:p>
          <a:p>
            <a:r>
              <a:t>   Increase marketing investment for best-reviewed products.</a:t>
            </a:r>
          </a:p>
          <a:p>
            <a:r>
              <a:t>3. Address worst-reviewed products: contact suppliers for</a:t>
            </a:r>
          </a:p>
          <a:p>
            <a:r>
              <a:t>   DLX HMT Watch (3.50 rating) and similar underperformers.</a:t>
            </a:r>
          </a:p>
          <a:p>
            <a:r>
              <a:t>4. Monitor new product launches in Electronics category.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