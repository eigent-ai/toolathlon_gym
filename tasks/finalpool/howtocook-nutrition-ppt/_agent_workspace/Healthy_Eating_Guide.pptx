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Healthy Eating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Tomato Egg Drop Soup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Category: Soup</a:t>
            </a:r>
          </a:p>
          <a:p>
            <a:r>
              <a:t>Estimated Calories: 434</a:t>
            </a:r>
          </a:p>
          <a:p>
            <a:r>
              <a:t>Health Score: 45.66</a:t>
            </a:r>
          </a:p>
          <a:p>
            <a:r>
              <a:t>Reason: High protein and medium fiber with very low estimated calories.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Yangzhou Fried 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Category: Staple Food</a:t>
            </a:r>
          </a:p>
          <a:p>
            <a:r>
              <a:t>Estimated Calories: 1667</a:t>
            </a:r>
          </a:p>
          <a:p>
            <a:r>
              <a:t>Health Score: 43.33</a:t>
            </a:r>
          </a:p>
          <a:p>
            <a:r>
              <a:t>Reason: High protein and high fiber, but with higher estimated calories.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Garlic Broccoli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Category: Vegetable Dish</a:t>
            </a:r>
          </a:p>
          <a:p>
            <a:r>
              <a:t>Estimated Calories: 1067</a:t>
            </a:r>
          </a:p>
          <a:p>
            <a:r>
              <a:t>Health Score: 39.33</a:t>
            </a:r>
          </a:p>
          <a:p>
            <a:r>
              <a:t>Reason: Medium protein and high fiber, with moderate estimated calories.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Recommended Recipes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Tomato Egg Drop Soup</a:t>
            </a:r>
          </a:p>
          <a:p>
            <a:pPr/>
            <a:r>
              <a:t>Yangzhou Fried Rice</a:t>
            </a:r>
          </a:p>
          <a:p>
            <a:pPr/>
            <a:r>
              <a:t>Garlic Broccoli</a:t>
            </a:r>
          </a:p>
          <a:p>
            <a:pPr/>
            <a:r>
              <a:t>Overall Healthy Eating Tip: Focus on a balanced diet with a variety of protein, fiber, and moderate calories.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