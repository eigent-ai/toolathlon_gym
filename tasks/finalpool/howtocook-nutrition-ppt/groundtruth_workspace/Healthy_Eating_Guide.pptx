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Healthy Eating Guide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Employee Wellness Week - Nutrition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Mapo Tofu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Category: Sichuan</a:t>
            </a:r>
          </a:p>
          <a:p>
            <a:r>
              <a:t>Estimated Calories: 356</a:t>
            </a:r>
          </a:p>
          <a:p>
            <a:r>
              <a:t>Health Score: 56.4</a:t>
            </a:r>
          </a:p>
          <a:p>
            <a:r>
              <a:t>Reason: Excellent health score with high protein and high fiber, using key ingredients like tofu, pork, chili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Mushroom Soup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Category: Soup</a:t>
            </a:r>
          </a:p>
          <a:p>
            <a:r>
              <a:t>Estimated Calories: 102</a:t>
            </a:r>
          </a:p>
          <a:p>
            <a:r>
              <a:t>Health Score: 49.0</a:t>
            </a:r>
          </a:p>
          <a:p>
            <a:r>
              <a:t>Reason: Excellent health score with medium protein and high fiber, using key ingredients like mushroom, ginger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Garlic Spinach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Category: Vegetable Dish</a:t>
            </a:r>
          </a:p>
          <a:p>
            <a:r>
              <a:t>Estimated Calories: 172</a:t>
            </a:r>
          </a:p>
          <a:p>
            <a:r>
              <a:t>Health Score: 48.3</a:t>
            </a:r>
          </a:p>
          <a:p>
            <a:r>
              <a:t>Reason: Excellent health score with medium protein and high fiber, using key ingredients like spinach, garlic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Stir-Fried Tomato with Eggs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Category: Home Cooking</a:t>
            </a:r>
          </a:p>
          <a:p>
            <a:r>
              <a:t>Estimated Calories: 328</a:t>
            </a:r>
          </a:p>
          <a:p>
            <a:r>
              <a:t>Health Score: 46.7</a:t>
            </a:r>
          </a:p>
          <a:p>
            <a:r>
              <a:t>Reason: Excellent health score with high protein and medium fiber, using key ingredients like tomato, egg, oil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Egg Fried Rice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Category: Staple</a:t>
            </a:r>
          </a:p>
          <a:p>
            <a:r>
              <a:t>Estimated Calories: 1169</a:t>
            </a:r>
          </a:p>
          <a:p>
            <a:r>
              <a:t>Health Score: 28.3</a:t>
            </a:r>
          </a:p>
          <a:p>
            <a:r>
              <a:t>Reason: Moderate health score with high protein and low fiber, using key ingredients like rice, egg, oil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and Healthy Eating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Recommended Recipes:</a:t>
            </a:r>
          </a:p>
          <a:p>
            <a:r>
              <a:t>- Mapo Tofu (Score: 56.4)</a:t>
            </a:r>
          </a:p>
          <a:p>
            <a:r>
              <a:t>- Mushroom Soup (Score: 49.0)</a:t>
            </a:r>
          </a:p>
          <a:p>
            <a:r>
              <a:t>- Garlic Spinach (Score: 48.3)</a:t>
            </a:r>
          </a:p>
          <a:p>
            <a:r>
              <a:t>- Stir-Fried Tomato with Eggs (Score: 46.7)</a:t>
            </a:r>
          </a:p>
          <a:p>
            <a:r>
              <a:t>- Egg Fried Rice (Score: 28.3)</a:t>
            </a:r>
          </a:p>
          <a:p/>
          <a:p>
            <a:r>
              <a:t>Tip: Include a variety of vegetables, lean proteins, and whole grains in your daily meals for balanced nutrition.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