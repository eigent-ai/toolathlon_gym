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Scholarly Trend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 trends and citation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research areas and emerging trends identified from scholarly database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