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Department Budget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 Meeting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Engineering</a:t>
            </a:r>
          </a:p>
          <a:p>
            <a:r>
              <a:t>Headcount: 7096</a:t>
            </a:r>
          </a:p>
          <a:p>
            <a:r>
              <a:t>Budget: 633555641.27</a:t>
            </a:r>
          </a:p>
          <a:p>
            <a:r>
              <a:t>Location: New York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Finance</a:t>
            </a:r>
          </a:p>
          <a:p>
            <a:r>
              <a:t>Headcount: 7148</a:t>
            </a:r>
          </a:p>
          <a:p>
            <a:r>
              <a:t>Budget: 616980984.11</a:t>
            </a:r>
          </a:p>
          <a:p>
            <a:r>
              <a:t>Location: Sydney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HR</a:t>
            </a:r>
          </a:p>
          <a:p>
            <a:r>
              <a:t>Headcount: 7077</a:t>
            </a:r>
          </a:p>
          <a:p>
            <a:r>
              <a:t>Budget: 697911374.65</a:t>
            </a:r>
          </a:p>
          <a:p>
            <a:r>
              <a:t>Location: New York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Operations</a:t>
            </a:r>
          </a:p>
          <a:p>
            <a:r>
              <a:t>Headcount: 7120</a:t>
            </a:r>
          </a:p>
          <a:p>
            <a:r>
              <a:t>Budget: 572668189.63</a:t>
            </a:r>
          </a:p>
          <a:p>
            <a:r>
              <a:t>Location: Sydney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R&amp;D</a:t>
            </a:r>
          </a:p>
          <a:p>
            <a:r>
              <a:t>Headcount: 7083</a:t>
            </a:r>
          </a:p>
          <a:p>
            <a:r>
              <a:t>Budget: 715914847.42</a:t>
            </a:r>
          </a:p>
          <a:p>
            <a:r>
              <a:t>Location: Singapore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</a:t>
            </a:r>
          </a:p>
          <a:p>
            <a:r>
              <a:t>Headcount: 7232</a:t>
            </a:r>
          </a:p>
          <a:p>
            <a:r>
              <a:t>Budget: 642575220.92</a:t>
            </a:r>
          </a:p>
          <a:p>
            <a:r>
              <a:t>Location: New York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Support</a:t>
            </a:r>
          </a:p>
          <a:p>
            <a:r>
              <a:t>Headcount: 7244</a:t>
            </a:r>
          </a:p>
          <a:p>
            <a:r>
              <a:t>Budget: 684741486.31</a:t>
            </a:r>
          </a:p>
          <a:p>
            <a:r>
              <a:t>Location: Toronto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Summary</a:t>
            </a:r>
          </a:p>
          <a:p>
            <a:r>
              <a:t>Total Headcount: 50000</a:t>
            </a:r>
          </a:p>
          <a:p>
            <a:r>
              <a:t>Total Budget: 4564347744.31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