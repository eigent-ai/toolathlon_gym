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 to the Team!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Onboarding Date: March 16,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HR paperwork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Fill out all required HR documents and tax forms.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 up workstation and accounts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Get your computer, email, and software accounts configured.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 team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Introduce yourself to your team and key colleagues.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Attend orientation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Join the company orientation to learn about our mission and values.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 company handbook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 through the employee handbook for policies and procedures.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compliance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Finish all mandatory compliance and safety training modules.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Team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Sarah Park - Engineering - sarah.park@company.com</a:t>
            </a:r>
          </a:p>
          <a:p>
            <a:r>
              <a:t>Mike Chen - Sales - mike.chen@company.com</a:t>
            </a:r>
          </a:p>
          <a:p>
            <a:r>
              <a:t>Amy Rodriguez - Marketing - amy.rodriguez@company.com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