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Coupon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2026 Marketing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HOLIDAY30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30.0</a:t>
            </a:r>
          </a:p>
          <a:p>
            <a:r>
              <a:t>Times Used: 50</a:t>
            </a:r>
          </a:p>
          <a:p>
            <a:r>
              <a:t>Usage Limit: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VIP20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20.0</a:t>
            </a:r>
          </a:p>
          <a:p>
            <a:r>
              <a:t>Times Used: 41</a:t>
            </a:r>
          </a:p>
          <a:p>
            <a:r>
              <a:t>Usage Limit: No Limit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SAVE20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fixed_cart</a:t>
            </a:r>
          </a:p>
          <a:p>
            <a:r>
              <a:t>Discount Amount: 20.0</a:t>
            </a:r>
          </a:p>
          <a:p>
            <a:r>
              <a:t>Times Used: 39</a:t>
            </a:r>
          </a:p>
          <a:p>
            <a:r>
              <a:t>Usage Limit: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WELCOME10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10.0</a:t>
            </a:r>
          </a:p>
          <a:p>
            <a:r>
              <a:t>Times Used: 23</a:t>
            </a:r>
          </a:p>
          <a:p>
            <a:r>
              <a:t>Usage Limit: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BULK10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10.0</a:t>
            </a:r>
          </a:p>
          <a:p>
            <a:r>
              <a:t>Times Used: 17</a:t>
            </a:r>
          </a:p>
          <a:p>
            <a:r>
              <a:t>Usage Limit: No Limit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ELECTRONICS15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15.0</a:t>
            </a:r>
          </a:p>
          <a:p>
            <a:r>
              <a:t>Times Used: 16</a:t>
            </a:r>
          </a:p>
          <a:p>
            <a:r>
              <a:t>Usage Limit: No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FREESHIP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fixed_cart</a:t>
            </a:r>
          </a:p>
          <a:p>
            <a:r>
              <a:t>Discount Amount: 0.0</a:t>
            </a:r>
          </a:p>
          <a:p>
            <a:r>
              <a:t>Times Used: 10</a:t>
            </a:r>
          </a:p>
          <a:p>
            <a:r>
              <a:t>Usage Limit: No Limit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SUMMER25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percent</a:t>
            </a:r>
          </a:p>
          <a:p>
            <a:r>
              <a:t>Discount Amount: 25.0</a:t>
            </a:r>
          </a:p>
          <a:p>
            <a:r>
              <a:t>Times Used: 9</a:t>
            </a:r>
          </a:p>
          <a:p>
            <a:r>
              <a:t>Usage Limit: 200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FLASH50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fixed_cart</a:t>
            </a:r>
          </a:p>
          <a:p>
            <a:r>
              <a:t>Discount Amount: 50.0</a:t>
            </a:r>
          </a:p>
          <a:p>
            <a:r>
              <a:t>Times Used: 2</a:t>
            </a:r>
          </a:p>
          <a:p>
            <a:r>
              <a:t>Usage Limit: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Coupon: NEWUSER5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 Type: fixed_cart</a:t>
            </a:r>
          </a:p>
          <a:p>
            <a:r>
              <a:t>Discount Amount: 5.0</a:t>
            </a:r>
          </a:p>
          <a:p>
            <a:r>
              <a:t>Times Used: 2</a:t>
            </a:r>
          </a:p>
          <a:p>
            <a:r>
              <a:t>Usage Limit: No Limit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Coupons: 10</a:t>
            </a:r>
          </a:p>
          <a:p>
            <a:r>
              <a:t>Total Coupon Uses: 209</a:t>
            </a:r>
          </a:p>
          <a:p>
            <a:r>
              <a:t>Most Used Coupon: HOLIDAY30 (50 uses)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