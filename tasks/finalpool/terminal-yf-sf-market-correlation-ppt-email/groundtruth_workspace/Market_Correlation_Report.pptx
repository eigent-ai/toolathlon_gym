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 and Sales Correlation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stocks analyzed: AMZN, GOOGL, JNJ, JPM, XOM</a:t>
            </a:r>
          </a:p>
          <a:p>
            <a:r>
              <a:t>Benchmarks: Gold (GC=F), Dow Jones (^DJI)</a:t>
            </a:r>
          </a:p>
          <a:p>
            <a:r>
              <a:t>Analysis covers current prices, 52-week ranges, and market capitalization.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Monthly Revenue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Recent monthly revenue data from data warehouse:</a:t>
            </a:r>
          </a:p>
          <a:p>
            <a:r>
              <a:t>Jan 2026: $127,327.90 (797 orders)</a:t>
            </a:r>
          </a:p>
          <a:p>
            <a:r>
              <a:t>Feb 2026: $111,602.65 (719 orders)</a:t>
            </a:r>
          </a:p>
          <a:p>
            <a:r>
              <a:t>Dec 2025: $132,763.25 (826 orders)</a:t>
            </a:r>
          </a:p>
          <a:p>
            <a:r>
              <a:t>Nov 2025: $118,232.96 (821 orders)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 Revenue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Consumer: $839,609.20 (5,423 orders) - 27.5%</a:t>
            </a:r>
          </a:p>
          <a:p>
            <a:r>
              <a:t>Enterprise: $793,741.69 (5,058 orders) - 26.0%</a:t>
            </a:r>
          </a:p>
          <a:p>
            <a:r>
              <a:t>Government: $712,686.66 (4,679 orders) - 23.4%</a:t>
            </a:r>
          </a:p>
          <a:p>
            <a:r>
              <a:t>SMB: $702,960.78 (4,840 orders) - 23.1%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Market-Sales Correlation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performance vs. company revenue trends analyzed.</a:t>
            </a:r>
          </a:p>
          <a:p>
            <a:r>
              <a:t>Technology stocks (AMZN, GOOGL) show varied correlation with internal sales.</a:t>
            </a:r>
          </a:p>
          <a:p>
            <a:r>
              <a:t>Consumer segment leads revenue contribution.</a:t>
            </a:r>
          </a:p>
          <a:p>
            <a:r>
              <a:t>Total company revenue: $3,048,998.33 across all segments.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Monitor technology sector stocks as leading indicators for consumer spending.</a:t>
            </a:r>
          </a:p>
          <a:p>
            <a:r>
              <a:t>2. Diversify customer segment focus to reduce dependency on Consumer segment.</a:t>
            </a:r>
          </a:p>
          <a:p>
            <a:r>
              <a:t>3. Align quarterly sales targets with broader market trends for better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