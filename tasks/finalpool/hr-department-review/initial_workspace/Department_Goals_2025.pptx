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Department Goals &amp; KPIs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Annual Performance Targets</a:t>
            </a:r>
          </a:p>
          <a:p>
            <a:r>
              <a:t>Prepared by the HR Director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Engineering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7451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Adopt microservices architecture and improve CI/CD pipeline efficiency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Finance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7505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Implement automated financial reporting and reduce close cycle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7431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Launch employee wellness program and streamline onboarding process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7476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Optimize supply chain logistics and reduce operational overhead by 10%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R&amp;D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7437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Accelerate product innovation cycle and file 20 new patents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7594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Expand into three new regional markets and grow revenue by 15%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Target headcount: 7606</a:t>
            </a:r>
          </a:p>
          <a:p>
            <a:r>
              <a:t>Salary budget utilization target: 95%</a:t>
            </a:r>
          </a:p>
          <a:p>
            <a:r>
              <a:t>Performance rating target: 3.5</a:t>
            </a:r>
          </a:p>
          <a:p>
            <a:r>
              <a:t>Key initiative: Reduce average ticket resolution time by 20% and improve CSAT score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