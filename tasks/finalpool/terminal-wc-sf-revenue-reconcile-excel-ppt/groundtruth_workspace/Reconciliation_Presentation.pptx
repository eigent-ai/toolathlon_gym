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Revenue Reconciliation Audit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Cross-System Analysis: E-Commerce Platform vs Data Warehouse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Platform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Confirmed Orders (Completed + Processing): 100</a:t>
            </a:r>
          </a:p>
          <a:p>
            <a:r>
              <a:t>Total Confirmed Revenue: $39,418.17</a:t>
            </a:r>
          </a:p>
          <a:p>
            <a:r>
              <a:t>Average Order Value: $394.18</a:t>
            </a:r>
          </a:p>
          <a:p/>
          <a:p>
            <a:r>
              <a:t>Order Status Breakdown:</a:t>
            </a:r>
          </a:p>
          <a:p>
            <a:r>
              <a:t>- Completed: 72 orders ($30,296.82)</a:t>
            </a:r>
          </a:p>
          <a:p>
            <a:r>
              <a:t>- Processing: 28 orders ($9,121.35)</a:t>
            </a:r>
          </a:p>
          <a:p>
            <a:r>
              <a:t>- Other statuses: 50 orders ($22,294.87)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Warehouse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Orders: 20,000</a:t>
            </a:r>
          </a:p>
          <a:p>
            <a:r>
              <a:t>Total Revenue: $3,048,998.33</a:t>
            </a:r>
          </a:p>
          <a:p>
            <a:r>
              <a:t>Average Order Value: $152.45</a:t>
            </a:r>
          </a:p>
          <a:p/>
          <a:p>
            <a:r>
              <a:t>Top Regions by Revenue:</a:t>
            </a:r>
          </a:p>
          <a:p>
            <a:r>
              <a:t>- Europe: $648,798.47 (4,100 orders)</a:t>
            </a:r>
          </a:p>
          <a:p>
            <a:r>
              <a:t>- Asia Pacific: $642,644.81 (4,198 orders)</a:t>
            </a:r>
          </a:p>
          <a:p>
            <a:r>
              <a:t>- North America: $606,318.35 (4,133 orders)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Cross-System Variance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Orders Variance: 198.0% (REVIEW)</a:t>
            </a:r>
          </a:p>
          <a:p>
            <a:r>
              <a:t>  WC: 100 vs SF: 20,000</a:t>
            </a:r>
          </a:p>
          <a:p/>
          <a:p>
            <a:r>
              <a:t>Total Revenue Variance: 194.9% (REVIEW)</a:t>
            </a:r>
          </a:p>
          <a:p>
            <a:r>
              <a:t>  WC: $39,418.17 vs SF: $3,048,998.33</a:t>
            </a:r>
          </a:p>
          <a:p/>
          <a:p>
            <a:r>
              <a:t>Avg Order Value Variance: 88.5% (REVIEW)</a:t>
            </a:r>
          </a:p>
          <a:p>
            <a:r>
              <a:t>  WC: $394.18 vs SF: $152.45</a:t>
            </a:r>
          </a:p>
          <a:p/>
          <a:p>
            <a:r>
              <a:t>All metrics flagged for REVIEW (&gt;50% variance)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warehouse aggregates from multiple channels (200x more orders)</a:t>
            </a:r>
          </a:p>
          <a:p>
            <a:r>
              <a:t>2. Revenue gap of ~77x indicates multi-channel warehouse scope</a:t>
            </a:r>
          </a:p>
          <a:p>
            <a:r>
              <a:t>3. Higher AOV on e-commerce suggests premium product focus</a:t>
            </a:r>
          </a:p>
          <a:p>
            <a:r>
              <a:t>4. Order status tracking differs between systems</a:t>
            </a:r>
          </a:p>
          <a:p>
            <a:r>
              <a:t>5. Systems serve different scopes - need master data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