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Gold vs DJI Comparison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Monthly Performance Analysis | 2024-2026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 Price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Gold prices ranged from approximately $2,000 to $3,100 over the analysis period, showing strong upward trend.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DJI vs Gold Returns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Comparative monthly returns show that gold outperformed DJI in 8 out of 12 months. Gold showed lower volatility and stronger safe-haven characteristics.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Gold provides portfolio diversification benefits. Recommend 10-15% allocation to gold as hedge against equity volatility.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