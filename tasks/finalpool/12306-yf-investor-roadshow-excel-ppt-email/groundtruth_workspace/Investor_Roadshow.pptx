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Q1 2026 Investor Roadshow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City Tour Schedule: Shanghai &amp; Guangzhou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Travel Itinerary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Shanghai: G11 | 07:00→12:31 | Business ¥1748</a:t>
            </a:r>
          </a:p>
          <a:p>
            <a:r>
              <a:t>Guangzhou: G105 | 08:00→15:48 | Business ¥2631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Highlights - AAPL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FY2023: $394.3B | Net Income: $99.8B | EPS: $6.16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Stock Performance: AAPL vs MSFT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AAPL 30d: -2.3% | MSFT 30d: +3.1%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Analyst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AAPL: BUY consensus | MSFT: BUY consensus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