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2025 Sales Territory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vs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Asia Pacific: $642,645 vs $650,000 (-1.1%) - Missed</a:t>
            </a:r>
          </a:p>
          <a:p>
            <a:r>
              <a:t>Europe: $648,798 vs $640,000 (+1.4%) - Met</a:t>
            </a:r>
          </a:p>
          <a:p>
            <a:r>
              <a:t>Latin America: $549,129 vs $560,000 (-1.9%) - Missed</a:t>
            </a:r>
          </a:p>
          <a:p>
            <a:r>
              <a:t>Middle East: $602,108 vs $600,000 (+0.4%) - Met</a:t>
            </a:r>
          </a:p>
          <a:p>
            <a:r>
              <a:t>North America: $606,318 vs $620,000 (-2.2%) - Missed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Consumer: 532 customers, 5423 orders, $839,609 revenue</a:t>
            </a:r>
          </a:p>
          <a:p>
            <a:r>
              <a:t>Enterprise: 513 customers, 5058 orders, $793,742 revenue</a:t>
            </a:r>
          </a:p>
          <a:p>
            <a:r>
              <a:t>Government: 474 customers, 4679 orders, $712,687 revenue</a:t>
            </a:r>
          </a:p>
          <a:p>
            <a:r>
              <a:t>SMB: 481 customers, 4840 orders, $702,961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Samsung Galaxy S20 FE 5G: $106,173</a:t>
            </a:r>
          </a:p>
          <a:p>
            <a:r>
              <a:t>OnePlus 10R 5G: $72,877</a:t>
            </a:r>
          </a:p>
          <a:p>
            <a:r>
              <a:t>Fire-Boltt Ninja Call Pro Plus: $64,888</a:t>
            </a:r>
          </a:p>
          <a:p>
            <a:r>
              <a:t>OnePlus 11 5G: $60,767</a:t>
            </a:r>
          </a:p>
          <a:p>
            <a:r>
              <a:t>Samsung Crystal 4K Neo: $55,633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Europe exceeded target by 1.4% - recognize the team's strong performance</a:t>
            </a:r>
          </a:p>
          <a:p>
            <a:r>
              <a:t>Middle East exceeded narrowly - maintain current strategy</a:t>
            </a:r>
          </a:p>
          <a:p>
            <a:r>
              <a:t>Asia Pacific missed by 1.1% - review competitive landscape</a:t>
            </a:r>
          </a:p>
          <a:p>
            <a:r>
              <a:t>North America missed by 2.2% - consider additional marketing investment</a:t>
            </a:r>
          </a:p>
          <a:p>
            <a:r>
              <a:t>Latin America missed by 1.9% - evaluate pricing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