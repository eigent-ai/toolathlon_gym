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2025 Investment Committee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Q4 Revenue: $393,653.23</a:t>
            </a:r>
          </a:p>
          <a:p>
            <a:r>
              <a:t>Overall QoQ Growth: 7.23%</a:t>
            </a:r>
          </a:p>
          <a:p>
            <a:r>
              <a:t>Top Brand: LG ($57,937.25)</a:t>
            </a:r>
          </a:p>
          <a:p>
            <a:r>
              <a:t>9 of 13 brands showed positive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Customer: Ava Garcia (Enterprise) - $23,109.09</a:t>
            </a:r>
          </a:p>
          <a:p>
            <a:r>
              <a:t>Consumer: 4 customers in top 10</a:t>
            </a:r>
          </a:p>
          <a:p>
            <a:r>
              <a:t>Enterprise: 3 customers in top 10</a:t>
            </a:r>
          </a:p>
          <a:p>
            <a:r>
              <a:t>Government: 2 customers in top 10</a:t>
            </a:r>
          </a:p>
          <a:p>
            <a:r>
              <a:t>SMB: 1 customers in top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5-Day Stock Performance</a:t>
            </a:r>
          </a:p>
          <a:p>
            <a:r>
              <a:t>GOOGL: $300.88 (-3.49%)</a:t>
            </a:r>
          </a:p>
          <a:p>
            <a:r>
              <a:t>AMZN: $218.94 (+4.26%)</a:t>
            </a:r>
          </a:p>
          <a:p>
            <a:r>
              <a:t>JPM: $293.55 (-2.25%)</a:t>
            </a:r>
          </a:p>
          <a:p>
            <a:r>
              <a:t>XOM: $150.76 (-1.14%)</a:t>
            </a:r>
          </a:p>
          <a:p>
            <a:r>
              <a:t>GC=F: $5,093.30 (-2.62%)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QoQ revenue growth: 7.23%</a:t>
            </a:r>
          </a:p>
          <a:p>
            <a:r>
              <a:t>Average market movement (4 stocks): -0.66%</a:t>
            </a:r>
          </a:p>
          <a:p>
            <a:r>
              <a:t>Gold trend: Down (-2.62%)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 Items</a:t>
            </a:r>
          </a:p>
          <a:p>
            <a:r>
              <a:t>1. Review brand-level growth strategies for underperforming brands</a:t>
            </a:r>
          </a:p>
          <a:p>
            <a:r>
              <a:t>2. Deep-dive into top customer concentration risk</a:t>
            </a:r>
          </a:p>
          <a:p>
            <a:r>
              <a:t>3. Monitor market conditions for Q1 2026 planning</a:t>
            </a:r>
          </a:p>
          <a:p>
            <a:r>
              <a:t>4. Briefing scheduled - see calendar invite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