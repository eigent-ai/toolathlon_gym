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Q3 Budget Variance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Year-to-Date Financial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Q3 Summary - Year-to-Date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Total YTD Budget: 8,115,000</a:t>
            </a:r>
          </a:p>
          <a:p>
            <a:r>
              <a:t>Total YTD Actual: 8,196,000</a:t>
            </a:r>
          </a:p>
          <a:p>
            <a:r>
              <a:t>Total Variance: +81,000 (1.0% unfavorable)</a:t>
            </a:r>
          </a:p>
          <a:p/>
          <a:p>
            <a:r>
              <a:t>• 4 of 10 line items on budget or favorable</a:t>
            </a:r>
          </a:p>
          <a:p>
            <a:r>
              <a:t>• 6 of 10 line items showing unfavorable variance</a:t>
            </a:r>
          </a:p>
          <a:p>
            <a:r>
              <a:t>• Largest variances in commissions and marketing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Departmental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Operations: 0.6% unfavorable (15,000)</a:t>
            </a:r>
          </a:p>
          <a:p>
            <a:r>
              <a:t>Sales: 2.5% unfavorable (58,500) - strong revenue drive</a:t>
            </a:r>
          </a:p>
          <a:p>
            <a:r>
              <a:t>Marketing: 3.3% unfavorable (45,000) - campaign acceleration</a:t>
            </a:r>
          </a:p>
          <a:p>
            <a:r>
              <a:t>IT: 1.7% unfavorable (15,000) - emergency infrastructure</a:t>
            </a:r>
          </a:p>
          <a:p/>
          <a:p>
            <a:r>
              <a:t>Status: All variances within acceptable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Strengthen approval controls for supply requisitions</a:t>
            </a:r>
          </a:p>
          <a:p/>
          <a:p>
            <a:r>
              <a:t>2. Establish quarterly campaign budget reviews</a:t>
            </a:r>
          </a:p>
          <a:p/>
          <a:p>
            <a:r>
              <a:t>3. Implement preventive IT maintenance schedule</a:t>
            </a:r>
          </a:p>
          <a:p/>
          <a:p>
            <a:r>
              <a:t>4. Continue monitoring sales commissions (positive trend)</a:t>
            </a:r>
          </a:p>
          <a:p/>
          <a:p>
            <a:r>
              <a:t>5. Implement recommended controls to achieve Q4 budget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