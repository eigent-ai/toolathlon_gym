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&amp; Sales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Market &amp; Sales Correlation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Stock Market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Performance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Sales Performance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Correlation Findings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Strategic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