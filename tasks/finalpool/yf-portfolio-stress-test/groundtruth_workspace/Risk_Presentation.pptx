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Portfolio Stress Test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Risk Management Review - Q1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GOOGL: 25%</a:t>
            </a:r>
          </a:p>
          <a:p>
            <a:r>
              <a:t>AMZN: 25%</a:t>
            </a:r>
          </a:p>
          <a:p>
            <a:r>
              <a:t>JPM: 20%</a:t>
            </a:r>
          </a:p>
          <a:p>
            <a:r>
              <a:t>JNJ: 15%</a:t>
            </a:r>
          </a:p>
          <a:p>
            <a:r>
              <a:t>XOM: 10%</a:t>
            </a:r>
          </a:p>
          <a:p>
            <a:r>
              <a:t>GC=F (Gold): 5%</a:t>
            </a:r>
          </a:p>
          <a:p>
            <a:r>
              <a:t>Total Equity: 95%, Total Gold: 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Stress Scenario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Crash: Portfolio Loss -27.75% (Probability: 5%)</a:t>
            </a:r>
          </a:p>
          <a:p>
            <a:r>
              <a:t>Rate Hike: Portfolio Loss -9.35% (Probability: 15%)</a:t>
            </a:r>
          </a:p>
          <a:p>
            <a:r>
              <a:t>Recession: Portfolio Loss -18.0% (Probability: 10%)</a:t>
            </a:r>
          </a:p>
          <a:p>
            <a:r>
              <a:t>Stagflation: Portfolio Loss -13.0% (Probability: 8%)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Worst Case: Market Crash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Loss: -27.75%</a:t>
            </a:r>
          </a:p>
          <a:p>
            <a:r>
              <a:t>Exceeds 20% Limit: Yes</a:t>
            </a:r>
          </a:p>
          <a:p>
            <a:r>
              <a:t>Immediate rebalancing review required per risk policy.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Summary and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Worst Case Loss: 27.75%</a:t>
            </a:r>
          </a:p>
          <a:p>
            <a:r>
              <a:t>Scenarios Exceeding Limit: 1</a:t>
            </a:r>
          </a:p>
          <a:p>
            <a:r>
              <a:t>Expected Loss: -5.63%</a:t>
            </a:r>
          </a:p>
          <a:p>
            <a:r>
              <a:t>Risk Rating: Elevated</a:t>
            </a:r>
          </a:p>
          <a:p/>
          <a:p>
            <a:r>
              <a:t>Recommendation: Reduce equity concentration or increase hedging allocation.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