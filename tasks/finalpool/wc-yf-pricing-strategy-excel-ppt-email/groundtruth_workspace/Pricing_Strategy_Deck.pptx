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Pricing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Dynamic Pricing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Market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Product Portfolio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Pricing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Financial Impact 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