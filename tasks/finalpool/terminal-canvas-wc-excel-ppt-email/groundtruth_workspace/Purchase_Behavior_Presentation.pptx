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Student Electronics Purchase Behavior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Applied Analytics Course Performance vs. Bookstore Electronics Purchases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study analyzes the correlation between academic performance in Applied Analytics courses and electronics purchasing behavior at the university bookstore. Data covers 15 matched students from courses 1 and 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Performance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of matched students: 15</a:t>
            </a:r>
          </a:p>
          <a:p>
            <a:r>
              <a:t>Mean academic score: 72.78</a:t>
            </a:r>
          </a:p>
          <a:p>
            <a:r>
              <a:t>Score range: 58.4 - 86.88</a:t>
            </a:r>
          </a:p>
          <a:p>
            <a:r>
              <a:t>Mean electronics spending: $684.59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Pearson Correlation Coefficient: -0.0681</a:t>
            </a:r>
          </a:p>
          <a:p>
            <a:r>
              <a:t>P-Value: 0.8093</a:t>
            </a:r>
          </a:p>
          <a:p/>
          <a:p>
            <a:r>
              <a:t>The analysis reveals a negative correlation between academic performance and electronics purchasing behavior.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Implement student discount program to make electronics more accessible</a:t>
            </a:r>
          </a:p>
          <a:p/>
          <a:p>
            <a:r>
              <a:t>2. Target marketing toward students with scores above 72.78</a:t>
            </a:r>
          </a:p>
          <a:p/>
          <a:p>
            <a:r>
              <a:t>3. Optimize electronics inventory for 15 student purchasers (avg spend $684.59)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