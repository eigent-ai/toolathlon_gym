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 2026 Product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 Leadership Board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Products by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Samsung Galaxy S20 FE 5G (Cloud Navy, 8GB RAM, 128... - $106,173.00</a:t>
            </a:r>
          </a:p>
          <a:p>
            <a:r>
              <a:t>2. OnePlus 10R 5G (Sierra Black, 8GB RAM, 128GB Stora... - $72,876.86</a:t>
            </a:r>
          </a:p>
          <a:p>
            <a:r>
              <a:t>3. Fire-Boltt Ninja Call Pro Plus 1.83" Smart Watch w... - $64,887.74</a:t>
            </a:r>
          </a:p>
          <a:p>
            <a:r>
              <a:t>4. OnePlus 11 5G (Titan Black, 16GB RAM, 256GB Storag... - $60,766.79</a:t>
            </a:r>
          </a:p>
          <a:p>
            <a:r>
              <a:t>5. Samsung 108 cm (43 inches) Crystal 4K Neo Series U... - $55,633.40</a:t>
            </a:r>
          </a:p>
          <a:p>
            <a:r>
              <a:t>6. OnePlus 10R 5G (Forest Green, 12GB RAM, 256GB Stor... - $52,945.71</a:t>
            </a:r>
          </a:p>
          <a:p>
            <a:r>
              <a:t>7. Samsung 108 cm (43 inches) Crystal 4K Series Ultra... - $49,490.28</a:t>
            </a:r>
          </a:p>
          <a:p>
            <a:r>
              <a:t>8. OnePlus 11 5G (Eternal Green, 16GB RAM, 256GB Stor... - $48,852.46</a:t>
            </a:r>
          </a:p>
          <a:p>
            <a:r>
              <a:t>9. OnePlus 11R 5G (Sonic Black, 16GB RAM, 256GB Stora... - $43,833.64</a:t>
            </a:r>
          </a:p>
          <a:p>
            <a:r>
              <a:t>10. OnePlus 11R 5G (Galactic Silver, 8GB RAM, 128GB St... - $36,963.26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tv, audio &amp; cameras: 462 products, $3,048,998.33 total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Top 20 Product Total Revenue: $903,630.05</a:t>
            </a:r>
          </a:p>
          <a:p>
            <a:r>
              <a:t>Top Product: Samsung Galaxy S20 FE 5G (Cloud Navy, 8GB RAM, 128</a:t>
            </a:r>
          </a:p>
          <a:p>
            <a:r>
              <a:t>Categories: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