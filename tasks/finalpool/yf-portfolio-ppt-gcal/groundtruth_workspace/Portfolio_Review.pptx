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2025 Portfolio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AMZN, GOOGL, JNJ, JPM, XOM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Stocks: AMZN, GOOGL, JNJ, JPM, XOM</a:t>
            </a:r>
          </a:p>
          <a:p>
            <a:r>
              <a:t>Period: Q4 2025 (October - December)</a:t>
            </a:r>
          </a:p>
          <a:p>
            <a:r>
              <a:t>Best Performer: GOOGL (27.9%)</a:t>
            </a:r>
          </a:p>
          <a:p>
            <a:r>
              <a:t>Worst Performer: JPM (4.2%)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AMZN - Q4 2025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Price: $220.63</a:t>
            </a:r>
          </a:p>
          <a:p>
            <a:r>
              <a:t>End Price: $230.82</a:t>
            </a:r>
          </a:p>
          <a:p>
            <a:r>
              <a:t>Return: 4.6%</a:t>
            </a:r>
          </a:p>
          <a:p>
            <a:r>
              <a:t>Quarter High: $258.60</a:t>
            </a:r>
          </a:p>
          <a:p>
            <a:r>
              <a:t>Quarter Low: $211.03</a:t>
            </a:r>
          </a:p>
          <a:p>
            <a:r>
              <a:t>Avg Daily Volume: 45,111,094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 - Q4 2025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Price: $244.74</a:t>
            </a:r>
          </a:p>
          <a:p>
            <a:r>
              <a:t>End Price: $313.00</a:t>
            </a:r>
          </a:p>
          <a:p>
            <a:r>
              <a:t>Return: 27.9%</a:t>
            </a:r>
          </a:p>
          <a:p>
            <a:r>
              <a:t>Quarter High: $328.62</a:t>
            </a:r>
          </a:p>
          <a:p>
            <a:r>
              <a:t>Quarter Low: $235.69</a:t>
            </a:r>
          </a:p>
          <a:p>
            <a:r>
              <a:t>Avg Daily Volume: 35,360,358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JNJ - Q4 2025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Price: $183.90</a:t>
            </a:r>
          </a:p>
          <a:p>
            <a:r>
              <a:t>End Price: $205.86</a:t>
            </a:r>
          </a:p>
          <a:p>
            <a:r>
              <a:t>Return: 11.9%</a:t>
            </a:r>
          </a:p>
          <a:p>
            <a:r>
              <a:t>Quarter High: $214.05</a:t>
            </a:r>
          </a:p>
          <a:p>
            <a:r>
              <a:t>Quarter Low: $180.82</a:t>
            </a:r>
          </a:p>
          <a:p>
            <a:r>
              <a:t>Avg Daily Volume: 8,526,356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JPM - Q4 2025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Price: $307.82</a:t>
            </a:r>
          </a:p>
          <a:p>
            <a:r>
              <a:t>End Price: $320.77</a:t>
            </a:r>
          </a:p>
          <a:p>
            <a:r>
              <a:t>Return: 4.2%</a:t>
            </a:r>
          </a:p>
          <a:p>
            <a:r>
              <a:t>Quarter High: $329.37</a:t>
            </a:r>
          </a:p>
          <a:p>
            <a:r>
              <a:t>Quarter Low: $289.24</a:t>
            </a:r>
          </a:p>
          <a:p>
            <a:r>
              <a:t>Avg Daily Volume: 8,613,502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XOM - Q4 2025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Price: $110.28</a:t>
            </a:r>
          </a:p>
          <a:p>
            <a:r>
              <a:t>End Price: $119.54</a:t>
            </a:r>
          </a:p>
          <a:p>
            <a:r>
              <a:t>Return: 8.4%</a:t>
            </a:r>
          </a:p>
          <a:p>
            <a:r>
              <a:t>Quarter High: $120.99</a:t>
            </a:r>
          </a:p>
          <a:p>
            <a:r>
              <a:t>Quarter Low: $108.71</a:t>
            </a:r>
          </a:p>
          <a:p>
            <a:r>
              <a:t>Avg Daily Volume: 14,262,136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Performer: GOOGL (27.9% return)</a:t>
            </a:r>
          </a:p>
          <a:p>
            <a:r>
              <a:t>Worst Performer: JPM (4.2% return)</a:t>
            </a:r>
          </a:p>
          <a:p>
            <a:r>
              <a:t>Average Portfolio Return: 11.4%</a:t>
            </a:r>
          </a:p>
          <a:p>
            <a:r>
              <a:t>All stocks showed positive returns in Q4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