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Technology Overview - Fireship + Academic Research 2024-2025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 Group Synthesis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Viewed AI Tech Content (Fireship 2024-2025)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Big Tech in panic mode... Did DeepSeek R1 just pop the AI bubble? | 3.9M views</a:t>
            </a:r>
          </a:p>
          <a:p>
            <a:r>
              <a:t>2. This free Chinese AI just crushed OpenAI's $200 o1 model... | 3.1M views</a:t>
            </a:r>
          </a:p>
          <a:p>
            <a:r>
              <a:t>3. DeepSeek stole our tech... says OpenAI | 2.4M views</a:t>
            </a:r>
          </a:p>
          <a:p>
            <a:r>
              <a:t>4. Claude 3.7 goes hard for programmers... | 1.9M views</a:t>
            </a:r>
          </a:p>
          <a:p>
            <a:r>
              <a:t>5. The "vibe coding" mind virus explained... | 1.8M 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Research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Attention Is All You Need (NeurIPS 2017) | 85,000 citations</a:t>
            </a:r>
          </a:p>
          <a:p>
            <a:r>
              <a:t>2. BERT (NAACL 2018) | 52,000 citations</a:t>
            </a:r>
          </a:p>
          <a:p>
            <a:r>
              <a:t>3. Llama 2 (arXiv 2023) | 15,000 citations</a:t>
            </a:r>
          </a:p>
          <a:p>
            <a:r>
              <a:t>4. GPT-4 Technical Report (arXiv 2023) | 8,000 citations</a:t>
            </a:r>
          </a:p>
          <a:p>
            <a:r>
              <a:t>5. Constitutional AI (arXiv 2022) | 2,100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Trend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Established: LLMs (5 videos, 5 papers), Transformers (2 videos, 2 papers)</a:t>
            </a:r>
          </a:p>
          <a:p>
            <a:r>
              <a:t>Growing: DeepSeek/Open-Source AI (3 videos), AI Code Generation (2 videos), AI Safety (2 papers)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DeepSeek and open-source AI are disrupting the commercial AI landscape.</a:t>
            </a:r>
          </a:p>
          <a:p>
            <a:r>
              <a:t>LLMs dominate both video content and academic research.</a:t>
            </a:r>
          </a:p>
          <a:p>
            <a:r>
              <a:t>AI code generation (Claude, vibe coding) is a high-growth practitioner area.</a:t>
            </a:r>
          </a:p>
          <a:p>
            <a:r>
              <a:t>Recommendation: Focus on open-source LLM fine-tuning and safety alignment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