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Faculty Workload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Provost's Office - Semester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Workload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Instructors: 33</a:t>
            </a:r>
          </a:p>
          <a:p>
            <a:r>
              <a:t>Overloaded Instructors: 23</a:t>
            </a:r>
          </a:p>
          <a:p>
            <a:r>
              <a:t>Overload Rate: 69.7%</a:t>
            </a:r>
          </a:p>
          <a:p/>
          <a:p>
            <a:r>
              <a:t>Criteria: &gt;4 courses or &gt;40 weekly grading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Department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Finance: 8 instructors, 4 courses</a:t>
            </a:r>
          </a:p>
          <a:p>
            <a:r>
              <a:t>Biochemistry: 5 instructors, 4 courses</a:t>
            </a:r>
          </a:p>
          <a:p>
            <a:r>
              <a:t>Design: 7 instructors, 4 courses</a:t>
            </a:r>
          </a:p>
          <a:p>
            <a:r>
              <a:t>Computing: 3 instructors, 2 courses</a:t>
            </a:r>
          </a:p>
          <a:p>
            <a:r>
              <a:t>Governance: 4 instructors, 3 courses</a:t>
            </a:r>
          </a:p>
          <a:p>
            <a:r>
              <a:t>Economics: 4 instructors, 3 courses</a:t>
            </a:r>
          </a:p>
          <a:p>
            <a:r>
              <a:t>Analytics: 2 instructors, 2 courses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Hire additional instructors for high-enrollment courses</a:t>
            </a:r>
          </a:p>
          <a:p>
            <a:r>
              <a:t>2. Cap course enrollment at recommended maximum</a:t>
            </a:r>
          </a:p>
          <a:p>
            <a:r>
              <a:t>3. Redistribute courses from overloaded faculty</a:t>
            </a:r>
          </a:p>
          <a:p>
            <a:r>
              <a:t>4. Consider teaching assistant support for grading</a:t>
            </a:r>
          </a:p>
          <a:p>
            <a:r>
              <a:t>5. Review workload standards quarterly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