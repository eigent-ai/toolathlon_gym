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2024 Sales Executive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October - December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Asia Pacific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538</a:t>
            </a:r>
          </a:p>
          <a:p>
            <a:r>
              <a:t>Revenue: $78,879.15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528</a:t>
            </a:r>
          </a:p>
          <a:p>
            <a:r>
              <a:t>Revenue: $84,306.43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Latin America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472</a:t>
            </a:r>
          </a:p>
          <a:p>
            <a:r>
              <a:t>Revenue: $78,432.77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Middle East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486</a:t>
            </a:r>
          </a:p>
          <a:p>
            <a:r>
              <a:t>Revenue: $88,724.86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North America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Orders: 555</a:t>
            </a:r>
          </a:p>
          <a:p>
            <a:r>
              <a:t>Revenue: $81,513.97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2024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Total Orders: 2579</a:t>
            </a:r>
          </a:p>
          <a:p>
            <a:r>
              <a:t>Total Revenue: $411,857.18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