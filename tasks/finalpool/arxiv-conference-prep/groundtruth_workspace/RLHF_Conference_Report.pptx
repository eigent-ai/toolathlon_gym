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RLHF Summit 2026 Conference Preparation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Papers in Reinforcement Learning from Human 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RLHF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Reinforcement Learning from Human Feedback (RLHF) is a technique for aligning language models with human intent. It involves training a reward model from human preferences and using it to fine-tune the language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language models to follow instructions with human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Long Ouyang, Jeff Wu</a:t>
            </a:r>
          </a:p>
          <a:p/>
          <a:p>
            <a:r>
              <a:t>InstructGPT uses RLHF with PPO to align language models with human intent.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to summarize from human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Nisan Stiennon, Long Ouyang</a:t>
            </a:r>
          </a:p>
          <a:p/>
          <a:p>
            <a:r>
              <a:t>Applies RLHF to abstractive summarization using a reward model from human preferences.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Constitutional AI: Harmlessness from AI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Yuntao Bai, Saurav Kadavath</a:t>
            </a:r>
          </a:p>
          <a:p/>
          <a:p>
            <a:r>
              <a:t>Constitutional AI uses AI feedback guided by principles to train harmless assistants.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Preference Optimization: Your Language Model is Secretly a Reward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Rafael Rafailov, Archit Sharma</a:t>
            </a:r>
          </a:p>
          <a:p/>
          <a:p>
            <a:r>
              <a:t>DPO directly optimizes language models from preferences without explicit reward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Proximal Policy Optimization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Authors: John Schulman, Filip Wolski</a:t>
            </a:r>
          </a:p>
          <a:p/>
          <a:p>
            <a:r>
              <a:t>PPO is the default RL algorithm for RLHF, using clipped surrogate objectives.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Key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themes across RLHF research:</a:t>
            </a:r>
          </a:p>
          <a:p>
            <a:r>
              <a:t>1. Human feedback as a training signal for alignment</a:t>
            </a:r>
          </a:p>
          <a:p>
            <a:r>
              <a:t>2. Reward model training from pairwise comparisons</a:t>
            </a:r>
          </a:p>
          <a:p>
            <a:r>
              <a:t>3. Policy optimization with PPO and alternatives like DPO</a:t>
            </a:r>
          </a:p>
          <a:p>
            <a:r>
              <a:t>4. Constitutional approaches reducing reliance on human labels</a:t>
            </a:r>
          </a:p>
          <a:p>
            <a:r>
              <a:t>5. Applications from summarization to instruction following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