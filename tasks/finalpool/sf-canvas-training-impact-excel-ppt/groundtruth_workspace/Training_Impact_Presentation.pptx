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Impact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Training Impact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Performance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Department Performance Highlights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Enrollment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Course Enrollment and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Key Findings and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