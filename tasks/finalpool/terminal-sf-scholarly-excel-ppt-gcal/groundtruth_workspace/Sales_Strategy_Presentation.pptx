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Sales Strategy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2026</a:t>
            </a:r>
          </a:p>
          <a:p>
            <a:r>
              <a:t>Research-Driven Sales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by Region (Total: $3,048,998.33)</a:t>
            </a:r>
          </a:p>
          <a:p>
            <a:r>
              <a:t>Europe: $648,798 (4,100 orders) - On Track</a:t>
            </a:r>
          </a:p>
          <a:p>
            <a:r>
              <a:t>Asia Pacific: $642,645 (4,198 orders) - On Track</a:t>
            </a:r>
          </a:p>
          <a:p>
            <a:r>
              <a:t>North America: $606,318 (4,133 orders) - On Track</a:t>
            </a:r>
          </a:p>
          <a:p>
            <a:r>
              <a:t>Middle East: $602,108 (3,872 orders) - Priority Focus</a:t>
            </a:r>
          </a:p>
          <a:p>
            <a:r>
              <a:t>Latin America: $549,129 (3,697 orders) - Priority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Segments Performance</a:t>
            </a:r>
          </a:p>
          <a:p>
            <a:r>
              <a:t>Consumer: 532 customers, $839,609 total spend, $1,670 avg LTV</a:t>
            </a:r>
          </a:p>
          <a:p>
            <a:r>
              <a:t>Enterprise: 513 customers, $793,742 total spend, $1,617 avg LTV</a:t>
            </a:r>
          </a:p>
          <a:p>
            <a:r>
              <a:t>Government: 474 customers, $712,687 total spend, $1,559 avg LTV</a:t>
            </a:r>
          </a:p>
          <a:p>
            <a:r>
              <a:t>SMB: 481 customers, $702,961 total spend, $1,556 avg LTV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Research-Backed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Academic Insights for Sales Strategy</a:t>
            </a:r>
          </a:p>
          <a:p>
            <a:r>
              <a:t>Territory Management: Data-driven rebalancing yields 15-20% revenue lift</a:t>
            </a:r>
          </a:p>
          <a:p>
            <a:r>
              <a:t>Customer Segmentation: Tiered engagement improves retention by 25%</a:t>
            </a:r>
          </a:p>
          <a:p>
            <a:r>
              <a:t>Pricing Optimization: Structured discounts reduce leakage by 8-12%</a:t>
            </a:r>
          </a:p>
          <a:p>
            <a:r>
              <a:t>Team Specialization: Specialized teams outperform by 18% in emerging markets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 Focus Region Initiatives</a:t>
            </a:r>
          </a:p>
          <a:p>
            <a:r>
              <a:t>Middle East: Territory rebalancing program (Ahmed Hassan, Weeks 1-4)</a:t>
            </a:r>
          </a:p>
          <a:p>
            <a:r>
              <a:t>Middle East: Discount structure optimization (Ahmed Hassan, Weeks 3-8)</a:t>
            </a:r>
          </a:p>
          <a:p>
            <a:r>
              <a:t>Latin America: Tiered customer engagement model (Carlos Rivera, Weeks 1-6)</a:t>
            </a:r>
          </a:p>
          <a:p>
            <a:r>
              <a:t>Latin America: Specialized sales pods (Carlos Rivera, Weeks 2-10)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2026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Milestones</a:t>
            </a:r>
          </a:p>
          <a:p>
            <a:r>
              <a:t>Week 1-2: Launch territory rebalancing and engagement model</a:t>
            </a:r>
          </a:p>
          <a:p>
            <a:r>
              <a:t>Week 3-4: Begin discount optimization review</a:t>
            </a:r>
          </a:p>
          <a:p>
            <a:r>
              <a:t>Week 5-6: Mid-quarter performance checkpoint</a:t>
            </a:r>
          </a:p>
          <a:p>
            <a:r>
              <a:t>Week 7-8: Specialized sales pod deployment complete</a:t>
            </a:r>
          </a:p>
          <a:p>
            <a:r>
              <a:t>Week 10-12: Quarter-end review and Q2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